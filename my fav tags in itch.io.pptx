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tl="1" saveSubsetFonts="1">
  <p:sldMasterIdLst>
    <p:sldMasterId id="2147483648" r:id="rId1"/>
  </p:sldMasterIdLst>
  <p:notesMasterIdLst>
    <p:notesMasterId r:id="rId20"/>
  </p:notesMasterIdLst>
  <p:sldIdLst>
    <p:sldId id="256" r:id="rId2"/>
    <p:sldId id="257" r:id="rId3"/>
    <p:sldId id="260" r:id="rId4"/>
    <p:sldId id="261" r:id="rId5"/>
    <p:sldId id="262" r:id="rId6"/>
    <p:sldId id="263" r:id="rId7"/>
    <p:sldId id="264" r:id="rId8"/>
    <p:sldId id="266" r:id="rId9"/>
    <p:sldId id="265" r:id="rId10"/>
    <p:sldId id="267" r:id="rId11"/>
    <p:sldId id="258" r:id="rId12"/>
    <p:sldId id="259" r:id="rId13"/>
    <p:sldId id="268" r:id="rId14"/>
    <p:sldId id="269" r:id="rId15"/>
    <p:sldId id="270" r:id="rId16"/>
    <p:sldId id="271" r:id="rId17"/>
    <p:sldId id="273" r:id="rId18"/>
    <p:sldId id="272" r:id="rId19"/>
  </p:sldIdLst>
  <p:sldSz cx="12192000" cy="6858000"/>
  <p:notesSz cx="6858000" cy="9144000"/>
  <p:defaultTextStyle>
    <a:defPPr>
      <a:defRPr lang="ar-SA"/>
    </a:defPPr>
    <a:lvl1pPr marL="0" algn="r" defTabSz="914400" rtl="1">
      <a:defRPr sz="1800">
        <a:solidFill>
          <a:schemeClr val="tx1"/>
        </a:solidFill>
        <a:latin typeface="+mn-lt"/>
        <a:ea typeface="+mn-ea"/>
        <a:cs typeface="+mn-cs"/>
      </a:defRPr>
    </a:lvl1pPr>
    <a:lvl2pPr marL="457200" algn="r" defTabSz="914400" rtl="1">
      <a:defRPr sz="1800">
        <a:solidFill>
          <a:schemeClr val="tx1"/>
        </a:solidFill>
        <a:latin typeface="+mn-lt"/>
        <a:ea typeface="+mn-ea"/>
        <a:cs typeface="+mn-cs"/>
      </a:defRPr>
    </a:lvl2pPr>
    <a:lvl3pPr marL="914400" algn="r" defTabSz="914400" rtl="1">
      <a:defRPr sz="1800">
        <a:solidFill>
          <a:schemeClr val="tx1"/>
        </a:solidFill>
        <a:latin typeface="+mn-lt"/>
        <a:ea typeface="+mn-ea"/>
        <a:cs typeface="+mn-cs"/>
      </a:defRPr>
    </a:lvl3pPr>
    <a:lvl4pPr marL="1371600" algn="r" defTabSz="914400" rtl="1">
      <a:defRPr sz="1800">
        <a:solidFill>
          <a:schemeClr val="tx1"/>
        </a:solidFill>
        <a:latin typeface="+mn-lt"/>
        <a:ea typeface="+mn-ea"/>
        <a:cs typeface="+mn-cs"/>
      </a:defRPr>
    </a:lvl4pPr>
    <a:lvl5pPr marL="1828800" algn="r" defTabSz="914400" rtl="1">
      <a:defRPr sz="1800">
        <a:solidFill>
          <a:schemeClr val="tx1"/>
        </a:solidFill>
        <a:latin typeface="+mn-lt"/>
        <a:ea typeface="+mn-ea"/>
        <a:cs typeface="+mn-cs"/>
      </a:defRPr>
    </a:lvl5pPr>
    <a:lvl6pPr marL="2286000" algn="r" defTabSz="914400" rtl="1">
      <a:defRPr sz="1800">
        <a:solidFill>
          <a:schemeClr val="tx1"/>
        </a:solidFill>
        <a:latin typeface="+mn-lt"/>
        <a:ea typeface="+mn-ea"/>
        <a:cs typeface="+mn-cs"/>
      </a:defRPr>
    </a:lvl6pPr>
    <a:lvl7pPr marL="2743200" algn="r" defTabSz="914400" rtl="1">
      <a:defRPr sz="1800">
        <a:solidFill>
          <a:schemeClr val="tx1"/>
        </a:solidFill>
        <a:latin typeface="+mn-lt"/>
        <a:ea typeface="+mn-ea"/>
        <a:cs typeface="+mn-cs"/>
      </a:defRPr>
    </a:lvl7pPr>
    <a:lvl8pPr marL="3200400" algn="r" defTabSz="914400" rtl="1">
      <a:defRPr sz="1800">
        <a:solidFill>
          <a:schemeClr val="tx1"/>
        </a:solidFill>
        <a:latin typeface="+mn-lt"/>
        <a:ea typeface="+mn-ea"/>
        <a:cs typeface="+mn-cs"/>
      </a:defRPr>
    </a:lvl8pPr>
    <a:lvl9pPr marL="3657600" algn="r" defTabSz="914400" rtl="1">
      <a:defRPr sz="18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FFFF"/>
    <a:srgbClr val="0033FF"/>
    <a:srgbClr val="FF3300"/>
    <a:srgbClr val="FF00FF"/>
    <a:srgbClr val="0000CC"/>
    <a:srgbClr val="00FF00"/>
  </p:clrMru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نمط متوسط 2 - تمييز 1">
    <a:wholeTbl>
      <a:tcTxStyle>
        <a:fontRef idx="minor">
          <a:prstClr val="black"/>
        </a:fontRef>
        <a:schemeClr val="dk1"/>
      </a:tcTxStyle>
      <a:tcStyle>
        <a:tcBdr>
          <a:left>
            <a:ln w="12700">
              <a:solidFill>
                <a:schemeClr val="lt1"/>
              </a:solidFill>
            </a:ln>
          </a:left>
          <a:right>
            <a:ln w="12700">
              <a:solidFill>
                <a:schemeClr val="lt1"/>
              </a:solidFill>
            </a:ln>
          </a:right>
          <a:top>
            <a:ln w="12700">
              <a:solidFill>
                <a:schemeClr val="lt1"/>
              </a:solidFill>
            </a:ln>
          </a:top>
          <a:bottom>
            <a:ln w="12700">
              <a:solidFill>
                <a:schemeClr val="lt1"/>
              </a:solidFill>
            </a:ln>
          </a:bottom>
          <a:insideH>
            <a:ln w="12700">
              <a:solidFill>
                <a:schemeClr val="lt1"/>
              </a:solidFill>
            </a:ln>
          </a:insideH>
          <a:insideV>
            <a:ln w="12700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  <a:fill>
          <a:solidFill>
            <a:schemeClr val="accent1">
              <a:tint val="40000"/>
            </a:schemeClr>
          </a:solidFill>
        </a:fill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seCell>
      <a:tcStyle>
        <a:tcBdr/>
      </a:tcStyle>
    </a:seCell>
    <a:swCell>
      <a:tcStyle>
        <a:tcBdr/>
      </a:tcStyle>
    </a:swCell>
    <a:firstRow>
      <a:tcTxStyle b="on">
        <a:fontRef idx="minor">
          <a:prstClr val="black"/>
        </a:fontRef>
        <a:schemeClr val="lt1"/>
      </a:tcTxStyle>
      <a:tcStyle>
        <a:tcBdr>
          <a:bottom>
            <a:ln w="38100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  <a:neCell>
      <a:tcStyle>
        <a:tcBdr/>
      </a:tcStyle>
    </a:neCell>
    <a:nwCell>
      <a:tcStyle>
        <a:tcBdr/>
      </a:tcStyle>
    </a:nwCell>
  </a:tblStyle>
  <a:tblStyle styleId="{5940675A-B579-460E-94D1-54222C63F5DA}" styleName="بلا نمط، شبكة جدول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showOutlineIcons="0">
    <p:restoredLeft sz="84380"/>
    <p:restoredTop sz="94660"/>
  </p:normalViewPr>
  <p:slideViewPr>
    <p:cSldViewPr snapToGrid="0">
      <p:cViewPr>
        <p:scale>
          <a:sx n="124" d="100"/>
          <a:sy n="124" d="100"/>
        </p:scale>
        <p:origin x="1362" y="1212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43083203" name="Header Placeholder 1"/>
          <p:cNvSpPr>
            <a:spLocks noGrp="1"/>
          </p:cNvSpPr>
          <p:nvPr>
            <p:ph type="hdr" sz="quarter"/>
          </p:nvPr>
        </p:nvSpPr>
        <p:spPr bwMode="auto"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1725284185" name="Date Placeholder 2"/>
          <p:cNvSpPr>
            <a:spLocks noGrp="1"/>
          </p:cNvSpPr>
          <p:nvPr>
            <p:ph type="dt" idx="2"/>
          </p:nvPr>
        </p:nvSpPr>
        <p:spPr bwMode="auto"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739036679" name="Date Placeholder 2"/>
          <p:cNvSpPr>
            <a:spLocks noGrp="1"/>
          </p:cNvSpPr>
          <p:nvPr>
            <p:ph type="dt" idx="3"/>
          </p:nvPr>
        </p:nvSpPr>
        <p:spPr bwMode="auto"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1051463446" name="Notes Placeholder 4"/>
          <p:cNvSpPr>
            <a:spLocks noGrp="1"/>
          </p:cNvSpPr>
          <p:nvPr>
            <p:ph type="body" sz="quarter" idx="1"/>
          </p:nvPr>
        </p:nvSpPr>
        <p:spPr bwMode="auto"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 anchor="ctr"/>
          <a:lstStyle/>
          <a:p>
            <a:pPr>
              <a:defRPr/>
            </a:pPr>
            <a:endParaRPr/>
          </a:p>
        </p:txBody>
      </p:sp>
      <p:sp>
        <p:nvSpPr>
          <p:cNvPr id="1399246532" name="Footer Placeholder 5"/>
          <p:cNvSpPr>
            <a:spLocks noGrp="1"/>
          </p:cNvSpPr>
          <p:nvPr>
            <p:ph type="ftr" sz="quarter" idx="4"/>
          </p:nvPr>
        </p:nvSpPr>
        <p:spPr bwMode="auto"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1758973032" name="Slide Number Placeholder 6"/>
          <p:cNvSpPr>
            <a:spLocks noGrp="1"/>
          </p:cNvSpPr>
          <p:nvPr>
            <p:ph type="sldNum" sz="quarter" idx="10"/>
          </p:nvPr>
        </p:nvSpPr>
        <p:spPr bwMode="auto"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>
              <a:defRPr/>
            </a:pPr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>
      <a:defRPr sz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>
      <a:defRPr sz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>
      <a:defRPr sz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>
      <a:defRPr sz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>
      <a:defRPr sz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>
      <a:defRPr sz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>
      <a:defRPr sz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>
      <a:defRPr sz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>
      <a:defRPr sz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06658317" name="Slide Image Placeholder 1"/>
          <p:cNvSpPr>
            <a:spLocks noGrp="1" noRot="1" noChangeAspect="1"/>
          </p:cNvSpPr>
          <p:nvPr>
            <p:ph type="sldImg"/>
          </p:nvPr>
        </p:nvSpPr>
        <p:spPr bwMode="auto"/>
      </p:sp>
      <p:sp>
        <p:nvSpPr>
          <p:cNvPr id="26067224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88692980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E1B6B3E3-C35F-273D-A985-8B92F5F26079}" type="slidenum">
              <a:rPr/>
              <a:pPr>
                <a:defRPr/>
              </a:pPr>
              <a:t>1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93263639" name="Slide Image Placeholder 1"/>
          <p:cNvSpPr>
            <a:spLocks noGrp="1" noRot="1" noChangeAspect="1"/>
          </p:cNvSpPr>
          <p:nvPr>
            <p:ph type="sldImg"/>
          </p:nvPr>
        </p:nvSpPr>
        <p:spPr bwMode="auto"/>
      </p:sp>
      <p:sp>
        <p:nvSpPr>
          <p:cNvPr id="415213135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32232870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504B0F37-4C97-FE7E-AB39-FBCAD5041FC9}" type="slidenum">
              <a:rPr/>
              <a:pPr>
                <a:defRPr/>
              </a:pPr>
              <a:t>2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93263639" name="Slide Image Placeholder 1"/>
          <p:cNvSpPr>
            <a:spLocks noGrp="1" noRot="1" noChangeAspect="1"/>
          </p:cNvSpPr>
          <p:nvPr>
            <p:ph type="sldImg"/>
          </p:nvPr>
        </p:nvSpPr>
        <p:spPr bwMode="auto"/>
      </p:sp>
      <p:sp>
        <p:nvSpPr>
          <p:cNvPr id="415213135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32232870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504B0F37-4C97-FE7E-AB39-FBCAD5041FC9}" type="slidenum">
              <a:rPr/>
              <a:pPr>
                <a:defRPr/>
              </a:pPr>
              <a:t>3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5A58447C-D3E1-E574-4016-9CFBD361D2F0}" type="slidenum">
              <a:rPr/>
              <a:pPr>
                <a:defRPr/>
              </a:pPr>
              <a:t>11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1176404" name="Slide Image Placeholder 1"/>
          <p:cNvSpPr>
            <a:spLocks noGrp="1" noRot="1" noChangeAspect="1"/>
          </p:cNvSpPr>
          <p:nvPr>
            <p:ph type="sldImg"/>
          </p:nvPr>
        </p:nvSpPr>
        <p:spPr bwMode="auto"/>
      </p:sp>
      <p:sp>
        <p:nvSpPr>
          <p:cNvPr id="118955179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07813260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96A956D-B70F-15DC-1DF4-B9A86962D2B6}" type="slidenum">
              <a:rPr/>
              <a:pPr>
                <a:defRPr/>
              </a:pPr>
              <a:t>12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itle" preserve="1" userDrawn="1">
  <p:cSld name="شريحة عنوان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1811784" name="عنوان 1"/>
          <p:cNvSpPr>
            <a:spLocks noGrp="1"/>
          </p:cNvSpPr>
          <p:nvPr>
            <p:ph type="ctrTitle"/>
          </p:nvPr>
        </p:nvSpPr>
        <p:spPr bwMode="auto"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pPr>
              <a:defRPr/>
            </a:pPr>
            <a:r>
              <a:rPr lang="ar-SA"/>
              <a:t>انقر لتحرير نمط العنوان الرئيسي</a:t>
            </a:r>
            <a:endParaRPr/>
          </a:p>
        </p:txBody>
      </p:sp>
      <p:sp>
        <p:nvSpPr>
          <p:cNvPr id="922058097" name="عنوان فرعي 2"/>
          <p:cNvSpPr>
            <a:spLocks noGrp="1"/>
          </p:cNvSpPr>
          <p:nvPr>
            <p:ph type="subTitle" idx="1"/>
          </p:nvPr>
        </p:nvSpPr>
        <p:spPr bwMode="auto"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>
              <a:defRPr/>
            </a:pPr>
            <a:r>
              <a:rPr lang="ar-SA"/>
              <a:t>انقر لتحرير نمط العنوان الثانوي الرئيسي</a:t>
            </a:r>
            <a:endParaRPr/>
          </a:p>
        </p:txBody>
      </p:sp>
      <p:sp>
        <p:nvSpPr>
          <p:cNvPr id="1391918577" name="عنصر نائب للتاريخ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1560A13A-DB3F-4AD5-B6AF-BDA0278A0A39}" type="datetimeFigureOut">
              <a:rPr lang="ar-SA"/>
              <a:pPr>
                <a:defRPr/>
              </a:pPr>
              <a:t>08/04/1448</a:t>
            </a:fld>
            <a:endParaRPr lang="ar-SA"/>
          </a:p>
        </p:txBody>
      </p:sp>
      <p:sp>
        <p:nvSpPr>
          <p:cNvPr id="1338960151" name="عنصر نائب للتذييل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ar-SA"/>
          </a:p>
        </p:txBody>
      </p:sp>
      <p:sp>
        <p:nvSpPr>
          <p:cNvPr id="1952129911" name="عنصر نائب لرقم الشريحة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F7C2F05B-BAF9-488D-83DE-20A7CCFAC190}" type="slidenum">
              <a:rPr lang="ar-SA"/>
              <a:pPr>
                <a:defRPr/>
              </a:pPr>
              <a:t>‹#›</a:t>
            </a:fld>
            <a:endParaRPr lang="ar-SA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obj" preserve="1" userDrawn="1">
  <p:cSld name="عنوان ومحتوى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09646464" name="عنوان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ar-SA"/>
              <a:t>انقر لتحرير نمط العنوان الرئيسي</a:t>
            </a:r>
            <a:endParaRPr/>
          </a:p>
        </p:txBody>
      </p:sp>
      <p:sp>
        <p:nvSpPr>
          <p:cNvPr id="648100554" name="عنصر نائب للمحتوى 2"/>
          <p:cNvSpPr>
            <a:spLocks noGrp="1"/>
          </p:cNvSpPr>
          <p:nvPr>
            <p:ph idx="1"/>
          </p:nvPr>
        </p:nvSpPr>
        <p:spPr bwMode="auto"/>
        <p:txBody>
          <a:bodyPr/>
          <a:lstStyle/>
          <a:p>
            <a:pPr lvl="0">
              <a:defRPr/>
            </a:pPr>
            <a:r>
              <a:rPr lang="ar-SA"/>
              <a:t>انقر لتحرير أنماط النص الرئيسي</a:t>
            </a:r>
            <a:endParaRPr/>
          </a:p>
          <a:p>
            <a:pPr lvl="1">
              <a:defRPr/>
            </a:pPr>
            <a:r>
              <a:rPr lang="ar-SA"/>
              <a:t>المستوى الثاني</a:t>
            </a:r>
            <a:endParaRPr/>
          </a:p>
          <a:p>
            <a:pPr lvl="2">
              <a:defRPr/>
            </a:pPr>
            <a:r>
              <a:rPr lang="ar-SA"/>
              <a:t>المستوى الثالث</a:t>
            </a:r>
            <a:endParaRPr/>
          </a:p>
          <a:p>
            <a:pPr lvl="3">
              <a:defRPr/>
            </a:pPr>
            <a:r>
              <a:rPr lang="ar-SA"/>
              <a:t>المستوى الرابع</a:t>
            </a:r>
            <a:endParaRPr/>
          </a:p>
          <a:p>
            <a:pPr lvl="4">
              <a:defRPr/>
            </a:pPr>
            <a:r>
              <a:rPr lang="ar-SA"/>
              <a:t>المستوى الخامس</a:t>
            </a:r>
            <a:endParaRPr/>
          </a:p>
        </p:txBody>
      </p:sp>
      <p:sp>
        <p:nvSpPr>
          <p:cNvPr id="86171178" name="عنصر نائب للتاريخ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1560A13A-DB3F-4AD5-B6AF-BDA0278A0A39}" type="datetimeFigureOut">
              <a:rPr lang="ar-SA"/>
              <a:pPr>
                <a:defRPr/>
              </a:pPr>
              <a:t>08/04/1448</a:t>
            </a:fld>
            <a:endParaRPr lang="ar-SA"/>
          </a:p>
        </p:txBody>
      </p:sp>
      <p:sp>
        <p:nvSpPr>
          <p:cNvPr id="1706810698" name="عنصر نائب للتذييل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ar-SA"/>
          </a:p>
        </p:txBody>
      </p:sp>
      <p:sp>
        <p:nvSpPr>
          <p:cNvPr id="1066432659" name="عنصر نائب لرقم الشريحة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F7C2F05B-BAF9-488D-83DE-20A7CCFAC190}" type="slidenum">
              <a:rPr lang="ar-SA"/>
              <a:pPr>
                <a:defRPr/>
              </a:pPr>
              <a:t>‹#›</a:t>
            </a:fld>
            <a:endParaRPr lang="ar-SA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secHead" preserve="1" userDrawn="1">
  <p:cSld name="عنوان المقطع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4378023" name="عنوان 1"/>
          <p:cNvSpPr>
            <a:spLocks noGrp="1"/>
          </p:cNvSpPr>
          <p:nvPr>
            <p:ph type="title"/>
          </p:nvPr>
        </p:nvSpPr>
        <p:spPr bwMode="auto"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pPr>
              <a:defRPr/>
            </a:pPr>
            <a:r>
              <a:rPr lang="ar-SA"/>
              <a:t>انقر لتحرير نمط العنوان الرئيسي</a:t>
            </a:r>
            <a:endParaRPr/>
          </a:p>
        </p:txBody>
      </p:sp>
      <p:sp>
        <p:nvSpPr>
          <p:cNvPr id="1187237557" name="عنصر نائب للنص 2"/>
          <p:cNvSpPr>
            <a:spLocks noGrp="1"/>
          </p:cNvSpPr>
          <p:nvPr>
            <p:ph type="body" idx="1"/>
          </p:nvPr>
        </p:nvSpPr>
        <p:spPr bwMode="auto"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>
              <a:defRPr/>
            </a:pPr>
            <a:r>
              <a:rPr lang="ar-SA"/>
              <a:t>انقر لتحرير أنماط النص الرئيسي</a:t>
            </a:r>
            <a:endParaRPr/>
          </a:p>
        </p:txBody>
      </p:sp>
      <p:sp>
        <p:nvSpPr>
          <p:cNvPr id="1750890713" name="عنصر نائب للتاريخ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1560A13A-DB3F-4AD5-B6AF-BDA0278A0A39}" type="datetimeFigureOut">
              <a:rPr lang="ar-SA"/>
              <a:pPr>
                <a:defRPr/>
              </a:pPr>
              <a:t>08/04/1448</a:t>
            </a:fld>
            <a:endParaRPr lang="ar-SA"/>
          </a:p>
        </p:txBody>
      </p:sp>
      <p:sp>
        <p:nvSpPr>
          <p:cNvPr id="670295173" name="عنصر نائب للتذييل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ar-SA"/>
          </a:p>
        </p:txBody>
      </p:sp>
      <p:sp>
        <p:nvSpPr>
          <p:cNvPr id="1986924158" name="عنصر نائب لرقم الشريحة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F7C2F05B-BAF9-488D-83DE-20A7CCFAC190}" type="slidenum">
              <a:rPr lang="ar-SA"/>
              <a:pPr>
                <a:defRPr/>
              </a:pPr>
              <a:t>‹#›</a:t>
            </a:fld>
            <a:endParaRPr lang="ar-SA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woObj" preserve="1" userDrawn="1">
  <p:cSld name="محتويين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30604632" name="عنوان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ar-SA"/>
              <a:t>انقر لتحرير نمط العنوان الرئيسي</a:t>
            </a:r>
            <a:endParaRPr/>
          </a:p>
        </p:txBody>
      </p:sp>
      <p:sp>
        <p:nvSpPr>
          <p:cNvPr id="571017852" name="عنصر نائب للمحتوى 2"/>
          <p:cNvSpPr>
            <a:spLocks noGrp="1"/>
          </p:cNvSpPr>
          <p:nvPr>
            <p:ph sz="half" idx="1"/>
          </p:nvPr>
        </p:nvSpPr>
        <p:spPr bwMode="auto">
          <a:xfrm>
            <a:off x="838200" y="1825625"/>
            <a:ext cx="5181600" cy="4351338"/>
          </a:xfrm>
        </p:spPr>
        <p:txBody>
          <a:bodyPr/>
          <a:lstStyle/>
          <a:p>
            <a:pPr lvl="0">
              <a:defRPr/>
            </a:pPr>
            <a:r>
              <a:rPr lang="ar-SA"/>
              <a:t>انقر لتحرير أنماط النص الرئيسي</a:t>
            </a:r>
            <a:endParaRPr/>
          </a:p>
          <a:p>
            <a:pPr lvl="1">
              <a:defRPr/>
            </a:pPr>
            <a:r>
              <a:rPr lang="ar-SA"/>
              <a:t>المستوى الثاني</a:t>
            </a:r>
            <a:endParaRPr/>
          </a:p>
          <a:p>
            <a:pPr lvl="2">
              <a:defRPr/>
            </a:pPr>
            <a:r>
              <a:rPr lang="ar-SA"/>
              <a:t>المستوى الثالث</a:t>
            </a:r>
            <a:endParaRPr/>
          </a:p>
          <a:p>
            <a:pPr lvl="3">
              <a:defRPr/>
            </a:pPr>
            <a:r>
              <a:rPr lang="ar-SA"/>
              <a:t>المستوى الرابع</a:t>
            </a:r>
            <a:endParaRPr/>
          </a:p>
          <a:p>
            <a:pPr lvl="4">
              <a:defRPr/>
            </a:pPr>
            <a:r>
              <a:rPr lang="ar-SA"/>
              <a:t>المستوى الخامس</a:t>
            </a:r>
            <a:endParaRPr/>
          </a:p>
        </p:txBody>
      </p:sp>
      <p:sp>
        <p:nvSpPr>
          <p:cNvPr id="196290130" name="عنصر نائب للمحتوى 3"/>
          <p:cNvSpPr>
            <a:spLocks noGrp="1"/>
          </p:cNvSpPr>
          <p:nvPr>
            <p:ph sz="half" idx="2"/>
          </p:nvPr>
        </p:nvSpPr>
        <p:spPr bwMode="auto">
          <a:xfrm>
            <a:off x="6172200" y="1825625"/>
            <a:ext cx="5181600" cy="4351338"/>
          </a:xfrm>
        </p:spPr>
        <p:txBody>
          <a:bodyPr/>
          <a:lstStyle/>
          <a:p>
            <a:pPr lvl="0">
              <a:defRPr/>
            </a:pPr>
            <a:r>
              <a:rPr lang="ar-SA"/>
              <a:t>انقر لتحرير أنماط النص الرئيسي</a:t>
            </a:r>
            <a:endParaRPr/>
          </a:p>
          <a:p>
            <a:pPr lvl="1">
              <a:defRPr/>
            </a:pPr>
            <a:r>
              <a:rPr lang="ar-SA"/>
              <a:t>المستوى الثاني</a:t>
            </a:r>
            <a:endParaRPr/>
          </a:p>
          <a:p>
            <a:pPr lvl="2">
              <a:defRPr/>
            </a:pPr>
            <a:r>
              <a:rPr lang="ar-SA"/>
              <a:t>المستوى الثالث</a:t>
            </a:r>
            <a:endParaRPr/>
          </a:p>
          <a:p>
            <a:pPr lvl="3">
              <a:defRPr/>
            </a:pPr>
            <a:r>
              <a:rPr lang="ar-SA"/>
              <a:t>المستوى الرابع</a:t>
            </a:r>
            <a:endParaRPr/>
          </a:p>
          <a:p>
            <a:pPr lvl="4">
              <a:defRPr/>
            </a:pPr>
            <a:r>
              <a:rPr lang="ar-SA"/>
              <a:t>المستوى الخامس</a:t>
            </a:r>
            <a:endParaRPr/>
          </a:p>
        </p:txBody>
      </p:sp>
      <p:sp>
        <p:nvSpPr>
          <p:cNvPr id="541210934" name="عنصر نائب للتاريخ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1560A13A-DB3F-4AD5-B6AF-BDA0278A0A39}" type="datetimeFigureOut">
              <a:rPr lang="ar-SA"/>
              <a:pPr>
                <a:defRPr/>
              </a:pPr>
              <a:t>08/04/1448</a:t>
            </a:fld>
            <a:endParaRPr lang="ar-SA"/>
          </a:p>
        </p:txBody>
      </p:sp>
      <p:sp>
        <p:nvSpPr>
          <p:cNvPr id="168641880" name="عنصر نائب للتذييل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ar-SA"/>
          </a:p>
        </p:txBody>
      </p:sp>
      <p:sp>
        <p:nvSpPr>
          <p:cNvPr id="601706185" name="عنصر نائب لرقم الشريحة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F7C2F05B-BAF9-488D-83DE-20A7CCFAC190}" type="slidenum">
              <a:rPr lang="ar-SA"/>
              <a:pPr>
                <a:defRPr/>
              </a:pPr>
              <a:t>‹#›</a:t>
            </a:fld>
            <a:endParaRPr lang="ar-SA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woTxTwoObj" preserve="1" userDrawn="1">
  <p:cSld name="مقارنة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60671582" name="عنوان 1"/>
          <p:cNvSpPr>
            <a:spLocks noGrp="1"/>
          </p:cNvSpPr>
          <p:nvPr>
            <p:ph type="title"/>
          </p:nvPr>
        </p:nvSpPr>
        <p:spPr bwMode="auto">
          <a:xfrm>
            <a:off x="839788" y="365125"/>
            <a:ext cx="10515600" cy="1325563"/>
          </a:xfrm>
        </p:spPr>
        <p:txBody>
          <a:bodyPr/>
          <a:lstStyle/>
          <a:p>
            <a:pPr>
              <a:defRPr/>
            </a:pPr>
            <a:r>
              <a:rPr lang="ar-SA"/>
              <a:t>انقر لتحرير نمط العنوان الرئيسي</a:t>
            </a:r>
            <a:endParaRPr/>
          </a:p>
        </p:txBody>
      </p:sp>
      <p:sp>
        <p:nvSpPr>
          <p:cNvPr id="207170661" name="عنصر نائب للنص 2"/>
          <p:cNvSpPr>
            <a:spLocks noGrp="1"/>
          </p:cNvSpPr>
          <p:nvPr>
            <p:ph type="body" idx="1"/>
          </p:nvPr>
        </p:nvSpPr>
        <p:spPr bwMode="auto"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defRPr/>
            </a:pPr>
            <a:r>
              <a:rPr lang="ar-SA"/>
              <a:t>انقر لتحرير أنماط النص الرئيسي</a:t>
            </a:r>
            <a:endParaRPr/>
          </a:p>
        </p:txBody>
      </p:sp>
      <p:sp>
        <p:nvSpPr>
          <p:cNvPr id="452409740" name="عنصر نائب للمحتوى 3"/>
          <p:cNvSpPr>
            <a:spLocks noGrp="1"/>
          </p:cNvSpPr>
          <p:nvPr>
            <p:ph sz="half" idx="2"/>
          </p:nvPr>
        </p:nvSpPr>
        <p:spPr bwMode="auto">
          <a:xfrm>
            <a:off x="839788" y="2505074"/>
            <a:ext cx="5157787" cy="3684588"/>
          </a:xfrm>
        </p:spPr>
        <p:txBody>
          <a:bodyPr/>
          <a:lstStyle/>
          <a:p>
            <a:pPr lvl="0">
              <a:defRPr/>
            </a:pPr>
            <a:r>
              <a:rPr lang="ar-SA"/>
              <a:t>انقر لتحرير أنماط النص الرئيسي</a:t>
            </a:r>
            <a:endParaRPr/>
          </a:p>
          <a:p>
            <a:pPr lvl="1">
              <a:defRPr/>
            </a:pPr>
            <a:r>
              <a:rPr lang="ar-SA"/>
              <a:t>المستوى الثاني</a:t>
            </a:r>
            <a:endParaRPr/>
          </a:p>
          <a:p>
            <a:pPr lvl="2">
              <a:defRPr/>
            </a:pPr>
            <a:r>
              <a:rPr lang="ar-SA"/>
              <a:t>المستوى الثالث</a:t>
            </a:r>
            <a:endParaRPr/>
          </a:p>
          <a:p>
            <a:pPr lvl="3">
              <a:defRPr/>
            </a:pPr>
            <a:r>
              <a:rPr lang="ar-SA"/>
              <a:t>المستوى الرابع</a:t>
            </a:r>
            <a:endParaRPr/>
          </a:p>
          <a:p>
            <a:pPr lvl="4">
              <a:defRPr/>
            </a:pPr>
            <a:r>
              <a:rPr lang="ar-SA"/>
              <a:t>المستوى الخامس</a:t>
            </a:r>
            <a:endParaRPr/>
          </a:p>
        </p:txBody>
      </p:sp>
      <p:sp>
        <p:nvSpPr>
          <p:cNvPr id="1276593026" name="عنصر نائب للنص 4"/>
          <p:cNvSpPr>
            <a:spLocks noGrp="1"/>
          </p:cNvSpPr>
          <p:nvPr>
            <p:ph type="body" sz="quarter" idx="3"/>
          </p:nvPr>
        </p:nvSpPr>
        <p:spPr bwMode="auto"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defRPr/>
            </a:pPr>
            <a:r>
              <a:rPr lang="ar-SA"/>
              <a:t>انقر لتحرير أنماط النص الرئيسي</a:t>
            </a:r>
            <a:endParaRPr/>
          </a:p>
        </p:txBody>
      </p:sp>
      <p:sp>
        <p:nvSpPr>
          <p:cNvPr id="1570239702" name="عنصر نائب للمحتوى 5"/>
          <p:cNvSpPr>
            <a:spLocks noGrp="1"/>
          </p:cNvSpPr>
          <p:nvPr>
            <p:ph sz="quarter" idx="4"/>
          </p:nvPr>
        </p:nvSpPr>
        <p:spPr bwMode="auto">
          <a:xfrm>
            <a:off x="6172200" y="2505074"/>
            <a:ext cx="5183188" cy="3684588"/>
          </a:xfrm>
        </p:spPr>
        <p:txBody>
          <a:bodyPr/>
          <a:lstStyle/>
          <a:p>
            <a:pPr lvl="0">
              <a:defRPr/>
            </a:pPr>
            <a:r>
              <a:rPr lang="ar-SA"/>
              <a:t>انقر لتحرير أنماط النص الرئيسي</a:t>
            </a:r>
            <a:endParaRPr/>
          </a:p>
          <a:p>
            <a:pPr lvl="1">
              <a:defRPr/>
            </a:pPr>
            <a:r>
              <a:rPr lang="ar-SA"/>
              <a:t>المستوى الثاني</a:t>
            </a:r>
            <a:endParaRPr/>
          </a:p>
          <a:p>
            <a:pPr lvl="2">
              <a:defRPr/>
            </a:pPr>
            <a:r>
              <a:rPr lang="ar-SA"/>
              <a:t>المستوى الثالث</a:t>
            </a:r>
            <a:endParaRPr/>
          </a:p>
          <a:p>
            <a:pPr lvl="3">
              <a:defRPr/>
            </a:pPr>
            <a:r>
              <a:rPr lang="ar-SA"/>
              <a:t>المستوى الرابع</a:t>
            </a:r>
            <a:endParaRPr/>
          </a:p>
          <a:p>
            <a:pPr lvl="4">
              <a:defRPr/>
            </a:pPr>
            <a:r>
              <a:rPr lang="ar-SA"/>
              <a:t>المستوى الخامس</a:t>
            </a:r>
            <a:endParaRPr/>
          </a:p>
        </p:txBody>
      </p:sp>
      <p:sp>
        <p:nvSpPr>
          <p:cNvPr id="45304063" name="عنصر نائب للتاريخ 6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1560A13A-DB3F-4AD5-B6AF-BDA0278A0A39}" type="datetimeFigureOut">
              <a:rPr lang="ar-SA"/>
              <a:pPr>
                <a:defRPr/>
              </a:pPr>
              <a:t>08/04/1448</a:t>
            </a:fld>
            <a:endParaRPr lang="ar-SA"/>
          </a:p>
        </p:txBody>
      </p:sp>
      <p:sp>
        <p:nvSpPr>
          <p:cNvPr id="188523822" name="عنصر نائب للتذييل 7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ar-SA"/>
          </a:p>
        </p:txBody>
      </p:sp>
      <p:sp>
        <p:nvSpPr>
          <p:cNvPr id="591822412" name="عنصر نائب لرقم الشريحة 8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F7C2F05B-BAF9-488D-83DE-20A7CCFAC190}" type="slidenum">
              <a:rPr lang="ar-SA"/>
              <a:pPr>
                <a:defRPr/>
              </a:pPr>
              <a:t>‹#›</a:t>
            </a:fld>
            <a:endParaRPr lang="ar-SA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itleOnly" preserve="1" userDrawn="1">
  <p:cSld name="عنوان فقط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72668058" name="عنوان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ar-SA"/>
              <a:t>انقر لتحرير نمط العنوان الرئيسي</a:t>
            </a:r>
            <a:endParaRPr/>
          </a:p>
        </p:txBody>
      </p:sp>
      <p:sp>
        <p:nvSpPr>
          <p:cNvPr id="1334558111" name="عنصر نائب للتاريخ 2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1560A13A-DB3F-4AD5-B6AF-BDA0278A0A39}" type="datetimeFigureOut">
              <a:rPr lang="ar-SA"/>
              <a:pPr>
                <a:defRPr/>
              </a:pPr>
              <a:t>08/04/1448</a:t>
            </a:fld>
            <a:endParaRPr lang="ar-SA"/>
          </a:p>
        </p:txBody>
      </p:sp>
      <p:sp>
        <p:nvSpPr>
          <p:cNvPr id="240609709" name="عنصر نائب للتذييل 3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ar-SA"/>
          </a:p>
        </p:txBody>
      </p:sp>
      <p:sp>
        <p:nvSpPr>
          <p:cNvPr id="1557270994" name="عنصر نائب لرقم الشريحة 4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F7C2F05B-BAF9-488D-83DE-20A7CCFAC190}" type="slidenum">
              <a:rPr lang="ar-SA"/>
              <a:pPr>
                <a:defRPr/>
              </a:pPr>
              <a:t>‹#›</a:t>
            </a:fld>
            <a:endParaRPr lang="ar-SA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blank" preserve="1" userDrawn="1">
  <p:cSld name="فارغ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58897492" name="عنصر نائب للتاريخ 1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1560A13A-DB3F-4AD5-B6AF-BDA0278A0A39}" type="datetimeFigureOut">
              <a:rPr lang="ar-SA"/>
              <a:pPr>
                <a:defRPr/>
              </a:pPr>
              <a:t>08/04/1448</a:t>
            </a:fld>
            <a:endParaRPr lang="ar-SA"/>
          </a:p>
        </p:txBody>
      </p:sp>
      <p:sp>
        <p:nvSpPr>
          <p:cNvPr id="149227898" name="عنصر نائب للتذييل 2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ar-SA"/>
          </a:p>
        </p:txBody>
      </p:sp>
      <p:sp>
        <p:nvSpPr>
          <p:cNvPr id="351317733" name="عنصر نائب لرقم الشريحة 3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F7C2F05B-BAF9-488D-83DE-20A7CCFAC190}" type="slidenum">
              <a:rPr lang="ar-SA"/>
              <a:pPr>
                <a:defRPr/>
              </a:pPr>
              <a:t>‹#›</a:t>
            </a:fld>
            <a:endParaRPr lang="ar-SA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objTx" preserve="1" userDrawn="1">
  <p:cSld name="محتوى ذو تسمية توضيحية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89577359" name="عنوان 1"/>
          <p:cNvSpPr>
            <a:spLocks noGrp="1"/>
          </p:cNvSpPr>
          <p:nvPr>
            <p:ph type="title"/>
          </p:nvPr>
        </p:nvSpPr>
        <p:spPr bwMode="auto"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pPr>
              <a:defRPr/>
            </a:pPr>
            <a:r>
              <a:rPr lang="ar-SA"/>
              <a:t>انقر لتحرير نمط العنوان الرئيسي</a:t>
            </a:r>
            <a:endParaRPr/>
          </a:p>
        </p:txBody>
      </p:sp>
      <p:sp>
        <p:nvSpPr>
          <p:cNvPr id="430093059" name="عنصر نائب للمحتوى 2"/>
          <p:cNvSpPr>
            <a:spLocks noGrp="1"/>
          </p:cNvSpPr>
          <p:nvPr>
            <p:ph idx="1"/>
          </p:nvPr>
        </p:nvSpPr>
        <p:spPr bwMode="auto"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>
              <a:defRPr/>
            </a:pPr>
            <a:r>
              <a:rPr lang="ar-SA"/>
              <a:t>انقر لتحرير أنماط النص الرئيسي</a:t>
            </a:r>
            <a:endParaRPr/>
          </a:p>
          <a:p>
            <a:pPr lvl="1">
              <a:defRPr/>
            </a:pPr>
            <a:r>
              <a:rPr lang="ar-SA"/>
              <a:t>المستوى الثاني</a:t>
            </a:r>
            <a:endParaRPr/>
          </a:p>
          <a:p>
            <a:pPr lvl="2">
              <a:defRPr/>
            </a:pPr>
            <a:r>
              <a:rPr lang="ar-SA"/>
              <a:t>المستوى الثالث</a:t>
            </a:r>
            <a:endParaRPr/>
          </a:p>
          <a:p>
            <a:pPr lvl="3">
              <a:defRPr/>
            </a:pPr>
            <a:r>
              <a:rPr lang="ar-SA"/>
              <a:t>المستوى الرابع</a:t>
            </a:r>
            <a:endParaRPr/>
          </a:p>
          <a:p>
            <a:pPr lvl="4">
              <a:defRPr/>
            </a:pPr>
            <a:r>
              <a:rPr lang="ar-SA"/>
              <a:t>المستوى الخامس</a:t>
            </a:r>
            <a:endParaRPr/>
          </a:p>
        </p:txBody>
      </p:sp>
      <p:sp>
        <p:nvSpPr>
          <p:cNvPr id="220365833" name="عنصر نائب للنص 3"/>
          <p:cNvSpPr>
            <a:spLocks noGrp="1"/>
          </p:cNvSpPr>
          <p:nvPr>
            <p:ph type="body" sz="half" idx="2"/>
          </p:nvPr>
        </p:nvSpPr>
        <p:spPr bwMode="auto"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>
              <a:defRPr/>
            </a:pPr>
            <a:r>
              <a:rPr lang="ar-SA"/>
              <a:t>انقر لتحرير أنماط النص الرئيسي</a:t>
            </a:r>
            <a:endParaRPr/>
          </a:p>
        </p:txBody>
      </p:sp>
      <p:sp>
        <p:nvSpPr>
          <p:cNvPr id="737226647" name="عنصر نائب للتاريخ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1560A13A-DB3F-4AD5-B6AF-BDA0278A0A39}" type="datetimeFigureOut">
              <a:rPr lang="ar-SA"/>
              <a:pPr>
                <a:defRPr/>
              </a:pPr>
              <a:t>08/04/1448</a:t>
            </a:fld>
            <a:endParaRPr lang="ar-SA"/>
          </a:p>
        </p:txBody>
      </p:sp>
      <p:sp>
        <p:nvSpPr>
          <p:cNvPr id="170514018" name="عنصر نائب للتذييل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ar-SA"/>
          </a:p>
        </p:txBody>
      </p:sp>
      <p:sp>
        <p:nvSpPr>
          <p:cNvPr id="1397065352" name="عنصر نائب لرقم الشريحة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F7C2F05B-BAF9-488D-83DE-20A7CCFAC190}" type="slidenum">
              <a:rPr lang="ar-SA"/>
              <a:pPr>
                <a:defRPr/>
              </a:pPr>
              <a:t>‹#›</a:t>
            </a:fld>
            <a:endParaRPr lang="ar-SA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picTx" preserve="1" userDrawn="1">
  <p:cSld name="صورة مع تسمية توضيحية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28615314" name="عنوان 1"/>
          <p:cNvSpPr>
            <a:spLocks noGrp="1"/>
          </p:cNvSpPr>
          <p:nvPr>
            <p:ph type="title"/>
          </p:nvPr>
        </p:nvSpPr>
        <p:spPr bwMode="auto"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pPr>
              <a:defRPr/>
            </a:pPr>
            <a:r>
              <a:rPr lang="ar-SA"/>
              <a:t>انقر لتحرير نمط العنوان الرئيسي</a:t>
            </a:r>
            <a:endParaRPr/>
          </a:p>
        </p:txBody>
      </p:sp>
      <p:sp>
        <p:nvSpPr>
          <p:cNvPr id="1109118037" name="عنصر نائب للصورة 2"/>
          <p:cNvSpPr>
            <a:spLocks noGrp="1"/>
          </p:cNvSpPr>
          <p:nvPr>
            <p:ph type="pic" idx="1"/>
          </p:nvPr>
        </p:nvSpPr>
        <p:spPr bwMode="auto"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>
              <a:defRPr/>
            </a:pPr>
            <a:endParaRPr lang="ar-SA"/>
          </a:p>
        </p:txBody>
      </p:sp>
      <p:sp>
        <p:nvSpPr>
          <p:cNvPr id="1498710518" name="عنصر نائب للنص 3"/>
          <p:cNvSpPr>
            <a:spLocks noGrp="1"/>
          </p:cNvSpPr>
          <p:nvPr>
            <p:ph type="body" sz="half" idx="2"/>
          </p:nvPr>
        </p:nvSpPr>
        <p:spPr bwMode="auto"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>
              <a:defRPr/>
            </a:pPr>
            <a:r>
              <a:rPr lang="ar-SA"/>
              <a:t>انقر لتحرير أنماط النص الرئيسي</a:t>
            </a:r>
            <a:endParaRPr/>
          </a:p>
        </p:txBody>
      </p:sp>
      <p:sp>
        <p:nvSpPr>
          <p:cNvPr id="372522579" name="عنصر نائب للتاريخ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1560A13A-DB3F-4AD5-B6AF-BDA0278A0A39}" type="datetimeFigureOut">
              <a:rPr lang="ar-SA"/>
              <a:pPr>
                <a:defRPr/>
              </a:pPr>
              <a:t>08/04/1448</a:t>
            </a:fld>
            <a:endParaRPr lang="ar-SA"/>
          </a:p>
        </p:txBody>
      </p:sp>
      <p:sp>
        <p:nvSpPr>
          <p:cNvPr id="765116678" name="عنصر نائب للتذييل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ar-SA"/>
          </a:p>
        </p:txBody>
      </p:sp>
      <p:sp>
        <p:nvSpPr>
          <p:cNvPr id="2046266112" name="عنصر نائب لرقم الشريحة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F7C2F05B-BAF9-488D-83DE-20A7CCFAC190}" type="slidenum">
              <a:rPr lang="ar-SA"/>
              <a:pPr>
                <a:defRPr/>
              </a:pPr>
              <a:t>‹#›</a:t>
            </a:fld>
            <a:endParaRPr lang="ar-SA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vertTx" preserve="1" userDrawn="1">
  <p:cSld name="عنوان ونص عمودي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80163863" name="عنوان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ar-SA"/>
              <a:t>انقر لتحرير نمط العنوان الرئيسي</a:t>
            </a:r>
            <a:endParaRPr/>
          </a:p>
        </p:txBody>
      </p:sp>
      <p:sp>
        <p:nvSpPr>
          <p:cNvPr id="966593371" name="عنصر نائب للعنوان العمودي 2"/>
          <p:cNvSpPr>
            <a:spLocks noGrp="1"/>
          </p:cNvSpPr>
          <p:nvPr>
            <p:ph type="body" orient="vert" idx="1"/>
          </p:nvPr>
        </p:nvSpPr>
        <p:spPr bwMode="auto"/>
        <p:txBody>
          <a:bodyPr vert="eaVert"/>
          <a:lstStyle/>
          <a:p>
            <a:pPr lvl="0">
              <a:defRPr/>
            </a:pPr>
            <a:r>
              <a:rPr lang="ar-SA"/>
              <a:t>انقر لتحرير أنماط النص الرئيسي</a:t>
            </a:r>
            <a:endParaRPr/>
          </a:p>
          <a:p>
            <a:pPr lvl="1">
              <a:defRPr/>
            </a:pPr>
            <a:r>
              <a:rPr lang="ar-SA"/>
              <a:t>المستوى الثاني</a:t>
            </a:r>
            <a:endParaRPr/>
          </a:p>
          <a:p>
            <a:pPr lvl="2">
              <a:defRPr/>
            </a:pPr>
            <a:r>
              <a:rPr lang="ar-SA"/>
              <a:t>المستوى الثالث</a:t>
            </a:r>
            <a:endParaRPr/>
          </a:p>
          <a:p>
            <a:pPr lvl="3">
              <a:defRPr/>
            </a:pPr>
            <a:r>
              <a:rPr lang="ar-SA"/>
              <a:t>المستوى الرابع</a:t>
            </a:r>
            <a:endParaRPr/>
          </a:p>
          <a:p>
            <a:pPr lvl="4">
              <a:defRPr/>
            </a:pPr>
            <a:r>
              <a:rPr lang="ar-SA"/>
              <a:t>المستوى الخامس</a:t>
            </a:r>
            <a:endParaRPr/>
          </a:p>
        </p:txBody>
      </p:sp>
      <p:sp>
        <p:nvSpPr>
          <p:cNvPr id="1034428289" name="عنصر نائب للتاريخ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1560A13A-DB3F-4AD5-B6AF-BDA0278A0A39}" type="datetimeFigureOut">
              <a:rPr lang="ar-SA"/>
              <a:pPr>
                <a:defRPr/>
              </a:pPr>
              <a:t>08/04/1448</a:t>
            </a:fld>
            <a:endParaRPr lang="ar-SA"/>
          </a:p>
        </p:txBody>
      </p:sp>
      <p:sp>
        <p:nvSpPr>
          <p:cNvPr id="1673000431" name="عنصر نائب للتذييل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ar-SA"/>
          </a:p>
        </p:txBody>
      </p:sp>
      <p:sp>
        <p:nvSpPr>
          <p:cNvPr id="1608796605" name="عنصر نائب لرقم الشريحة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F7C2F05B-BAF9-488D-83DE-20A7CCFAC190}" type="slidenum">
              <a:rPr lang="ar-SA"/>
              <a:pPr>
                <a:defRPr/>
              </a:pPr>
              <a:t>‹#›</a:t>
            </a:fld>
            <a:endParaRPr lang="ar-SA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vertTitleAndTx" preserve="1" userDrawn="1">
  <p:cSld name="عنوان ونص عموديان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63087563" name="عنوان عمودي 1"/>
          <p:cNvSpPr>
            <a:spLocks noGrp="1"/>
          </p:cNvSpPr>
          <p:nvPr>
            <p:ph type="title" orient="vert"/>
          </p:nvPr>
        </p:nvSpPr>
        <p:spPr bwMode="auto">
          <a:xfrm>
            <a:off x="8724900" y="365125"/>
            <a:ext cx="2628900" cy="5811838"/>
          </a:xfrm>
        </p:spPr>
        <p:txBody>
          <a:bodyPr vert="eaVert"/>
          <a:lstStyle/>
          <a:p>
            <a:pPr>
              <a:defRPr/>
            </a:pPr>
            <a:r>
              <a:rPr lang="ar-SA"/>
              <a:t>انقر لتحرير نمط العنوان الرئيسي</a:t>
            </a:r>
            <a:endParaRPr/>
          </a:p>
        </p:txBody>
      </p:sp>
      <p:sp>
        <p:nvSpPr>
          <p:cNvPr id="1446615955" name="عنصر نائب للعنوان العمودي 2"/>
          <p:cNvSpPr>
            <a:spLocks noGrp="1"/>
          </p:cNvSpPr>
          <p:nvPr>
            <p:ph type="body" orient="vert" idx="1"/>
          </p:nvPr>
        </p:nvSpPr>
        <p:spPr bwMode="auto">
          <a:xfrm>
            <a:off x="838200" y="365125"/>
            <a:ext cx="7734300" cy="5811838"/>
          </a:xfrm>
        </p:spPr>
        <p:txBody>
          <a:bodyPr vert="eaVert"/>
          <a:lstStyle/>
          <a:p>
            <a:pPr lvl="0">
              <a:defRPr/>
            </a:pPr>
            <a:r>
              <a:rPr lang="ar-SA"/>
              <a:t>انقر لتحرير أنماط النص الرئيسي</a:t>
            </a:r>
            <a:endParaRPr/>
          </a:p>
          <a:p>
            <a:pPr lvl="1">
              <a:defRPr/>
            </a:pPr>
            <a:r>
              <a:rPr lang="ar-SA"/>
              <a:t>المستوى الثاني</a:t>
            </a:r>
            <a:endParaRPr/>
          </a:p>
          <a:p>
            <a:pPr lvl="2">
              <a:defRPr/>
            </a:pPr>
            <a:r>
              <a:rPr lang="ar-SA"/>
              <a:t>المستوى الثالث</a:t>
            </a:r>
            <a:endParaRPr/>
          </a:p>
          <a:p>
            <a:pPr lvl="3">
              <a:defRPr/>
            </a:pPr>
            <a:r>
              <a:rPr lang="ar-SA"/>
              <a:t>المستوى الرابع</a:t>
            </a:r>
            <a:endParaRPr/>
          </a:p>
          <a:p>
            <a:pPr lvl="4">
              <a:defRPr/>
            </a:pPr>
            <a:r>
              <a:rPr lang="ar-SA"/>
              <a:t>المستوى الخامس</a:t>
            </a:r>
            <a:endParaRPr/>
          </a:p>
        </p:txBody>
      </p:sp>
      <p:sp>
        <p:nvSpPr>
          <p:cNvPr id="261819728" name="عنصر نائب للتاريخ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1560A13A-DB3F-4AD5-B6AF-BDA0278A0A39}" type="datetimeFigureOut">
              <a:rPr lang="ar-SA"/>
              <a:pPr>
                <a:defRPr/>
              </a:pPr>
              <a:t>08/04/1448</a:t>
            </a:fld>
            <a:endParaRPr lang="ar-SA"/>
          </a:p>
        </p:txBody>
      </p:sp>
      <p:sp>
        <p:nvSpPr>
          <p:cNvPr id="816746895" name="عنصر نائب للتذييل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ar-SA"/>
          </a:p>
        </p:txBody>
      </p:sp>
      <p:sp>
        <p:nvSpPr>
          <p:cNvPr id="1274608431" name="عنصر نائب لرقم الشريحة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F7C2F05B-BAF9-488D-83DE-20A7CCFAC190}" type="slidenum">
              <a:rPr lang="ar-SA"/>
              <a:pPr>
                <a:defRPr/>
              </a:pPr>
              <a:t>‹#›</a:t>
            </a:fld>
            <a:endParaRPr lang="ar-SA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8307053" name="عنصر نائب للعنوان 1"/>
          <p:cNvSpPr>
            <a:spLocks noGrp="1"/>
          </p:cNvSpPr>
          <p:nvPr>
            <p:ph type="title"/>
          </p:nvPr>
        </p:nvSpPr>
        <p:spPr bwMode="auto"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1" anchor="ctr">
            <a:normAutofit/>
          </a:bodyPr>
          <a:lstStyle/>
          <a:p>
            <a:pPr>
              <a:defRPr/>
            </a:pPr>
            <a:r>
              <a:rPr lang="ar-SA"/>
              <a:t>انقر لتحرير نمط العنوان الرئيسي</a:t>
            </a:r>
            <a:endParaRPr/>
          </a:p>
        </p:txBody>
      </p:sp>
      <p:sp>
        <p:nvSpPr>
          <p:cNvPr id="810906998" name="عنصر نائب للنص 2"/>
          <p:cNvSpPr>
            <a:spLocks noGrp="1"/>
          </p:cNvSpPr>
          <p:nvPr>
            <p:ph type="body" idx="1"/>
          </p:nvPr>
        </p:nvSpPr>
        <p:spPr bwMode="auto"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1">
            <a:normAutofit/>
          </a:bodyPr>
          <a:lstStyle/>
          <a:p>
            <a:pPr lvl="0">
              <a:defRPr/>
            </a:pPr>
            <a:r>
              <a:rPr lang="ar-SA"/>
              <a:t>انقر لتحرير أنماط النص الرئيسي</a:t>
            </a:r>
            <a:endParaRPr/>
          </a:p>
          <a:p>
            <a:pPr lvl="1">
              <a:defRPr/>
            </a:pPr>
            <a:r>
              <a:rPr lang="ar-SA"/>
              <a:t>المستوى الثاني</a:t>
            </a:r>
            <a:endParaRPr/>
          </a:p>
          <a:p>
            <a:pPr lvl="2">
              <a:defRPr/>
            </a:pPr>
            <a:r>
              <a:rPr lang="ar-SA"/>
              <a:t>المستوى الثالث</a:t>
            </a:r>
            <a:endParaRPr/>
          </a:p>
          <a:p>
            <a:pPr lvl="3">
              <a:defRPr/>
            </a:pPr>
            <a:r>
              <a:rPr lang="ar-SA"/>
              <a:t>المستوى الرابع</a:t>
            </a:r>
            <a:endParaRPr/>
          </a:p>
          <a:p>
            <a:pPr lvl="4">
              <a:defRPr/>
            </a:pPr>
            <a:r>
              <a:rPr lang="ar-SA"/>
              <a:t>المستوى الخامس</a:t>
            </a:r>
            <a:endParaRPr/>
          </a:p>
        </p:txBody>
      </p:sp>
      <p:sp>
        <p:nvSpPr>
          <p:cNvPr id="1274176219" name="عنصر نائب للتاريخ 3"/>
          <p:cNvSpPr>
            <a:spLocks noGrp="1"/>
          </p:cNvSpPr>
          <p:nvPr>
            <p:ph type="dt" sz="half" idx="2"/>
          </p:nvPr>
        </p:nvSpPr>
        <p:spPr bwMode="auto"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1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1560A13A-DB3F-4AD5-B6AF-BDA0278A0A39}" type="datetimeFigureOut">
              <a:rPr lang="ar-SA"/>
              <a:pPr>
                <a:defRPr/>
              </a:pPr>
              <a:t>08/04/1448</a:t>
            </a:fld>
            <a:endParaRPr lang="ar-SA"/>
          </a:p>
        </p:txBody>
      </p:sp>
      <p:sp>
        <p:nvSpPr>
          <p:cNvPr id="1132394379" name="عنصر نائب للتذييل 4"/>
          <p:cNvSpPr>
            <a:spLocks noGrp="1"/>
          </p:cNvSpPr>
          <p:nvPr>
            <p:ph type="ftr" sz="quarter" idx="3"/>
          </p:nvPr>
        </p:nvSpPr>
        <p:spPr bwMode="auto"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1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 lang="ar-SA"/>
          </a:p>
        </p:txBody>
      </p:sp>
      <p:sp>
        <p:nvSpPr>
          <p:cNvPr id="409291908" name="عنصر نائب لرقم الشريحة 5"/>
          <p:cNvSpPr>
            <a:spLocks noGrp="1"/>
          </p:cNvSpPr>
          <p:nvPr>
            <p:ph type="sldNum" sz="quarter" idx="4"/>
          </p:nvPr>
        </p:nvSpPr>
        <p:spPr bwMode="auto"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1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F7C2F05B-BAF9-488D-83DE-20A7CCFAC190}" type="slidenum">
              <a:rPr lang="ar-SA"/>
              <a:pPr>
                <a:defRPr/>
              </a:pPr>
              <a:t>‹#›</a:t>
            </a:fld>
            <a:endParaRPr lang="ar-SA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r" defTabSz="914400" rtl="1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r" defTabSz="914400" rtl="1">
        <a:lnSpc>
          <a:spcPct val="90000"/>
        </a:lnSpc>
        <a:spcBef>
          <a:spcPts val="1000"/>
        </a:spcBef>
        <a:buFont typeface="Arial"/>
        <a:buChar char="•"/>
        <a:defRPr sz="28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r" defTabSz="914400" rtl="1">
        <a:lnSpc>
          <a:spcPct val="90000"/>
        </a:lnSpc>
        <a:spcBef>
          <a:spcPts val="500"/>
        </a:spcBef>
        <a:buFont typeface="Arial"/>
        <a:buChar char="•"/>
        <a:defRPr sz="24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r" defTabSz="914400" rtl="1">
        <a:lnSpc>
          <a:spcPct val="90000"/>
        </a:lnSpc>
        <a:spcBef>
          <a:spcPts val="500"/>
        </a:spcBef>
        <a:buFont typeface="Arial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r" defTabSz="914400" rtl="1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r" defTabSz="914400" rtl="1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r" defTabSz="914400" rtl="1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r" defTabSz="914400" rtl="1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r" defTabSz="914400" rtl="1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r" defTabSz="914400" rtl="1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ar-SA"/>
      </a:defPPr>
      <a:lvl1pPr marL="0" algn="r" defTabSz="914400" rtl="1">
        <a:defRPr sz="1800">
          <a:solidFill>
            <a:schemeClr val="tx1"/>
          </a:solidFill>
          <a:latin typeface="+mn-lt"/>
          <a:ea typeface="+mn-ea"/>
          <a:cs typeface="+mn-cs"/>
        </a:defRPr>
      </a:lvl1pPr>
      <a:lvl2pPr marL="457200" algn="r" defTabSz="914400" rtl="1">
        <a:defRPr sz="1800">
          <a:solidFill>
            <a:schemeClr val="tx1"/>
          </a:solidFill>
          <a:latin typeface="+mn-lt"/>
          <a:ea typeface="+mn-ea"/>
          <a:cs typeface="+mn-cs"/>
        </a:defRPr>
      </a:lvl2pPr>
      <a:lvl3pPr marL="914400" algn="r" defTabSz="914400" rtl="1">
        <a:defRPr sz="1800">
          <a:solidFill>
            <a:schemeClr val="tx1"/>
          </a:solidFill>
          <a:latin typeface="+mn-lt"/>
          <a:ea typeface="+mn-ea"/>
          <a:cs typeface="+mn-cs"/>
        </a:defRPr>
      </a:lvl3pPr>
      <a:lvl4pPr marL="1371600" algn="r" defTabSz="914400" rtl="1">
        <a:defRPr sz="1800">
          <a:solidFill>
            <a:schemeClr val="tx1"/>
          </a:solidFill>
          <a:latin typeface="+mn-lt"/>
          <a:ea typeface="+mn-ea"/>
          <a:cs typeface="+mn-cs"/>
        </a:defRPr>
      </a:lvl4pPr>
      <a:lvl5pPr marL="1828800" algn="r" defTabSz="914400" rtl="1">
        <a:defRPr sz="1800">
          <a:solidFill>
            <a:schemeClr val="tx1"/>
          </a:solidFill>
          <a:latin typeface="+mn-lt"/>
          <a:ea typeface="+mn-ea"/>
          <a:cs typeface="+mn-cs"/>
        </a:defRPr>
      </a:lvl5pPr>
      <a:lvl6pPr marL="2286000" algn="r" defTabSz="914400" rtl="1">
        <a:defRPr sz="1800">
          <a:solidFill>
            <a:schemeClr val="tx1"/>
          </a:solidFill>
          <a:latin typeface="+mn-lt"/>
          <a:ea typeface="+mn-ea"/>
          <a:cs typeface="+mn-cs"/>
        </a:defRPr>
      </a:lvl6pPr>
      <a:lvl7pPr marL="2743200" algn="r" defTabSz="914400" rtl="1">
        <a:defRPr sz="1800">
          <a:solidFill>
            <a:schemeClr val="tx1"/>
          </a:solidFill>
          <a:latin typeface="+mn-lt"/>
          <a:ea typeface="+mn-ea"/>
          <a:cs typeface="+mn-cs"/>
        </a:defRPr>
      </a:lvl7pPr>
      <a:lvl8pPr marL="3200400" algn="r" defTabSz="914400" rtl="1">
        <a:defRPr sz="1800">
          <a:solidFill>
            <a:schemeClr val="tx1"/>
          </a:solidFill>
          <a:latin typeface="+mn-lt"/>
          <a:ea typeface="+mn-ea"/>
          <a:cs typeface="+mn-cs"/>
        </a:defRPr>
      </a:lvl8pPr>
      <a:lvl9pPr marL="3657600" algn="r" defTabSz="914400" rtl="1">
        <a:defRPr sz="18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80759590" name="عنوان 1"/>
          <p:cNvSpPr>
            <a:spLocks noGrp="1"/>
          </p:cNvSpPr>
          <p:nvPr>
            <p:ph type="ctr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My favs itch.io ’s tags</a:t>
            </a:r>
            <a:endParaRPr lang="ar-SA"/>
          </a:p>
        </p:txBody>
      </p:sp>
      <p:sp>
        <p:nvSpPr>
          <p:cNvPr id="2110771128" name="عنوان فرعي 2"/>
          <p:cNvSpPr>
            <a:spLocks noGrp="1"/>
          </p:cNvSpPr>
          <p:nvPr>
            <p:ph type="subTitle" idx="1"/>
          </p:nvPr>
        </p:nvSpPr>
        <p:spPr bwMode="auto"/>
        <p:txBody>
          <a:bodyPr/>
          <a:lstStyle/>
          <a:p>
            <a:pPr>
              <a:defRPr/>
            </a:pPr>
            <a:endParaRPr lang="ar-SA"/>
          </a:p>
        </p:txBody>
      </p:sp>
    </p:spTree>
  </p:cSld>
  <p:clrMapOvr>
    <a:masterClrMapping/>
  </p:clrMapOvr>
  <mc:AlternateContent xmlns:mc="http://schemas.openxmlformats.org/markup-compatibility/2006">
    <mc:Choice xmlns="" xmlns:m="http://schemas.openxmlformats.org/officeDocument/2006/math" xmlns:w="http://schemas.openxmlformats.org/wordprocessingml/2006/main" xmlns:p159="http://schemas.microsoft.com/office/powerpoint/2015/09/main" xmlns:p14="http://schemas.microsoft.com/office/powerpoint/2010/main" Requires="p159">
      <p:transition p14:dur="500" advClick="1"/>
    </mc:Choice>
    <mc:Fallback>
      <p:transition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23991461" name="عنوان 3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endParaRPr lang="ar-SA"/>
          </a:p>
        </p:txBody>
      </p:sp>
      <p:graphicFrame>
        <p:nvGraphicFramePr>
          <p:cNvPr id="880083899" name="جدول 4"/>
          <p:cNvGraphicFramePr>
            <a:graphicFrameLocks noGrp="1"/>
          </p:cNvGraphicFramePr>
          <p:nvPr/>
        </p:nvGraphicFramePr>
        <p:xfrm>
          <a:off x="3693693" y="1898761"/>
          <a:ext cx="5113420" cy="461032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78355"/>
                <a:gridCol w="1278355"/>
                <a:gridCol w="1278355"/>
                <a:gridCol w="1278355"/>
              </a:tblGrid>
              <a:tr h="1152581">
                <a:tc>
                  <a:txBody>
                    <a:bodyPr/>
                    <a:lstStyle/>
                    <a:p>
                      <a:pPr rtl="1">
                        <a:defRPr/>
                      </a:pPr>
                      <a:endParaRPr lang="ar-SA"/>
                    </a:p>
                  </a:txBody>
                  <a:tcPr>
                    <a:gradFill>
                      <a:gsLst>
                        <a:gs pos="0">
                          <a:srgbClr val="000000"/>
                        </a:gs>
                        <a:gs pos="39999">
                          <a:srgbClr val="002060"/>
                        </a:gs>
                        <a:gs pos="70000">
                          <a:srgbClr val="002060"/>
                        </a:gs>
                        <a:gs pos="88000">
                          <a:schemeClr val="tx1"/>
                        </a:gs>
                        <a:gs pos="100000">
                          <a:schemeClr val="tx1"/>
                        </a:gs>
                      </a:gsLst>
                      <a:lin ang="5400000" scaled="0"/>
                    </a:gradFill>
                  </a:tcPr>
                </a:tc>
                <a:tc>
                  <a:txBody>
                    <a:bodyPr/>
                    <a:lstStyle/>
                    <a:p>
                      <a:pPr rtl="1">
                        <a:defRPr/>
                      </a:pPr>
                      <a:endParaRPr lang="ar-SA"/>
                    </a:p>
                  </a:txBody>
                  <a:tcPr>
                    <a:gradFill>
                      <a:gsLst>
                        <a:gs pos="0">
                          <a:srgbClr val="000000"/>
                        </a:gs>
                        <a:gs pos="39999">
                          <a:srgbClr val="002060"/>
                        </a:gs>
                        <a:gs pos="70000">
                          <a:srgbClr val="002060"/>
                        </a:gs>
                        <a:gs pos="88000">
                          <a:schemeClr val="tx1"/>
                        </a:gs>
                        <a:gs pos="100000">
                          <a:schemeClr val="tx1"/>
                        </a:gs>
                      </a:gsLst>
                      <a:lin ang="5400000" scaled="0"/>
                    </a:gradFill>
                  </a:tcPr>
                </a:tc>
                <a:tc>
                  <a:txBody>
                    <a:bodyPr/>
                    <a:lstStyle/>
                    <a:p>
                      <a:pPr rtl="1">
                        <a:defRPr/>
                      </a:pPr>
                      <a:endParaRPr lang="ar-SA"/>
                    </a:p>
                  </a:txBody>
                  <a:tcPr>
                    <a:gradFill>
                      <a:gsLst>
                        <a:gs pos="0">
                          <a:srgbClr val="000000"/>
                        </a:gs>
                        <a:gs pos="39999">
                          <a:srgbClr val="002060"/>
                        </a:gs>
                        <a:gs pos="70000">
                          <a:srgbClr val="002060"/>
                        </a:gs>
                        <a:gs pos="88000">
                          <a:schemeClr val="tx1"/>
                        </a:gs>
                        <a:gs pos="100000">
                          <a:schemeClr val="tx1"/>
                        </a:gs>
                      </a:gsLst>
                      <a:lin ang="5400000" scaled="0"/>
                    </a:gradFill>
                  </a:tcPr>
                </a:tc>
                <a:tc>
                  <a:txBody>
                    <a:bodyPr/>
                    <a:lstStyle/>
                    <a:p>
                      <a:pPr rtl="1">
                        <a:defRPr/>
                      </a:pPr>
                      <a:endParaRPr lang="ar-SA"/>
                    </a:p>
                  </a:txBody>
                  <a:tcPr>
                    <a:gradFill>
                      <a:gsLst>
                        <a:gs pos="0">
                          <a:srgbClr val="000000"/>
                        </a:gs>
                        <a:gs pos="39999">
                          <a:srgbClr val="002060"/>
                        </a:gs>
                        <a:gs pos="70000">
                          <a:srgbClr val="002060"/>
                        </a:gs>
                        <a:gs pos="88000">
                          <a:schemeClr val="tx1"/>
                        </a:gs>
                        <a:gs pos="100000">
                          <a:schemeClr val="tx1"/>
                        </a:gs>
                      </a:gsLst>
                      <a:lin ang="5400000" scaled="0"/>
                    </a:gradFill>
                  </a:tcPr>
                </a:tc>
              </a:tr>
              <a:tr h="1152581">
                <a:tc>
                  <a:txBody>
                    <a:bodyPr/>
                    <a:lstStyle/>
                    <a:p>
                      <a:pPr rtl="1">
                        <a:defRPr/>
                      </a:pPr>
                      <a:endParaRPr lang="ar-SA"/>
                    </a:p>
                  </a:txBody>
                  <a:tcPr>
                    <a:gradFill>
                      <a:gsLst>
                        <a:gs pos="0">
                          <a:srgbClr val="000000"/>
                        </a:gs>
                        <a:gs pos="39999">
                          <a:srgbClr val="002060"/>
                        </a:gs>
                        <a:gs pos="70000">
                          <a:srgbClr val="002060"/>
                        </a:gs>
                        <a:gs pos="88000">
                          <a:schemeClr val="tx1"/>
                        </a:gs>
                        <a:gs pos="100000">
                          <a:schemeClr val="tx1"/>
                        </a:gs>
                      </a:gsLst>
                      <a:lin ang="5400000" scaled="0"/>
                    </a:gradFill>
                  </a:tcPr>
                </a:tc>
                <a:tc>
                  <a:txBody>
                    <a:bodyPr/>
                    <a:lstStyle/>
                    <a:p>
                      <a:pPr rtl="1">
                        <a:defRPr/>
                      </a:pPr>
                      <a:endParaRPr lang="ar-SA"/>
                    </a:p>
                  </a:txBody>
                  <a:tcPr>
                    <a:gradFill>
                      <a:gsLst>
                        <a:gs pos="0">
                          <a:srgbClr val="000000"/>
                        </a:gs>
                        <a:gs pos="39999">
                          <a:srgbClr val="002060"/>
                        </a:gs>
                        <a:gs pos="70000">
                          <a:srgbClr val="002060"/>
                        </a:gs>
                        <a:gs pos="88000">
                          <a:schemeClr val="tx1"/>
                        </a:gs>
                        <a:gs pos="100000">
                          <a:schemeClr val="tx1"/>
                        </a:gs>
                      </a:gsLst>
                      <a:lin ang="5400000" scaled="0"/>
                    </a:gradFill>
                  </a:tcPr>
                </a:tc>
                <a:tc>
                  <a:txBody>
                    <a:bodyPr/>
                    <a:lstStyle/>
                    <a:p>
                      <a:pPr rtl="1">
                        <a:defRPr/>
                      </a:pPr>
                      <a:endParaRPr lang="ar-SA"/>
                    </a:p>
                  </a:txBody>
                  <a:tcPr>
                    <a:gradFill>
                      <a:gsLst>
                        <a:gs pos="0">
                          <a:srgbClr val="000000"/>
                        </a:gs>
                        <a:gs pos="39999">
                          <a:srgbClr val="002060"/>
                        </a:gs>
                        <a:gs pos="70000">
                          <a:srgbClr val="002060"/>
                        </a:gs>
                        <a:gs pos="88000">
                          <a:schemeClr val="tx1"/>
                        </a:gs>
                        <a:gs pos="100000">
                          <a:schemeClr val="tx1"/>
                        </a:gs>
                      </a:gsLst>
                      <a:lin ang="5400000" scaled="0"/>
                    </a:gradFill>
                  </a:tcPr>
                </a:tc>
                <a:tc>
                  <a:txBody>
                    <a:bodyPr/>
                    <a:lstStyle/>
                    <a:p>
                      <a:pPr rtl="1">
                        <a:defRPr/>
                      </a:pPr>
                      <a:endParaRPr lang="ar-SA"/>
                    </a:p>
                  </a:txBody>
                  <a:tcPr>
                    <a:gradFill>
                      <a:gsLst>
                        <a:gs pos="0">
                          <a:srgbClr val="000000"/>
                        </a:gs>
                        <a:gs pos="39999">
                          <a:srgbClr val="002060"/>
                        </a:gs>
                        <a:gs pos="70000">
                          <a:srgbClr val="002060"/>
                        </a:gs>
                        <a:gs pos="88000">
                          <a:schemeClr val="tx1"/>
                        </a:gs>
                        <a:gs pos="100000">
                          <a:schemeClr val="tx1"/>
                        </a:gs>
                      </a:gsLst>
                      <a:lin ang="5400000" scaled="0"/>
                    </a:gradFill>
                  </a:tcPr>
                </a:tc>
              </a:tr>
              <a:tr h="1152581">
                <a:tc>
                  <a:txBody>
                    <a:bodyPr/>
                    <a:lstStyle/>
                    <a:p>
                      <a:pPr rtl="1">
                        <a:defRPr/>
                      </a:pPr>
                      <a:endParaRPr lang="ar-SA"/>
                    </a:p>
                  </a:txBody>
                  <a:tcPr>
                    <a:gradFill>
                      <a:gsLst>
                        <a:gs pos="0">
                          <a:srgbClr val="000000"/>
                        </a:gs>
                        <a:gs pos="39999">
                          <a:srgbClr val="002060"/>
                        </a:gs>
                        <a:gs pos="70000">
                          <a:srgbClr val="002060"/>
                        </a:gs>
                        <a:gs pos="88000">
                          <a:schemeClr val="tx1"/>
                        </a:gs>
                        <a:gs pos="100000">
                          <a:schemeClr val="tx1"/>
                        </a:gs>
                      </a:gsLst>
                      <a:lin ang="5400000" scaled="0"/>
                    </a:gradFill>
                  </a:tcPr>
                </a:tc>
                <a:tc>
                  <a:txBody>
                    <a:bodyPr/>
                    <a:lstStyle/>
                    <a:p>
                      <a:pPr rtl="1">
                        <a:defRPr/>
                      </a:pPr>
                      <a:endParaRPr lang="ar-SA"/>
                    </a:p>
                  </a:txBody>
                  <a:tcPr>
                    <a:gradFill>
                      <a:gsLst>
                        <a:gs pos="0">
                          <a:srgbClr val="000000"/>
                        </a:gs>
                        <a:gs pos="39999">
                          <a:srgbClr val="002060"/>
                        </a:gs>
                        <a:gs pos="70000">
                          <a:srgbClr val="002060"/>
                        </a:gs>
                        <a:gs pos="88000">
                          <a:schemeClr val="tx1"/>
                        </a:gs>
                        <a:gs pos="100000">
                          <a:schemeClr val="tx1"/>
                        </a:gs>
                      </a:gsLst>
                      <a:lin ang="5400000" scaled="0"/>
                    </a:gradFill>
                  </a:tcPr>
                </a:tc>
                <a:tc>
                  <a:txBody>
                    <a:bodyPr/>
                    <a:lstStyle/>
                    <a:p>
                      <a:pPr rtl="1">
                        <a:defRPr/>
                      </a:pPr>
                      <a:endParaRPr lang="ar-SA"/>
                    </a:p>
                  </a:txBody>
                  <a:tcPr>
                    <a:gradFill>
                      <a:gsLst>
                        <a:gs pos="0">
                          <a:srgbClr val="000000"/>
                        </a:gs>
                        <a:gs pos="39999">
                          <a:srgbClr val="002060"/>
                        </a:gs>
                        <a:gs pos="70000">
                          <a:srgbClr val="002060"/>
                        </a:gs>
                        <a:gs pos="88000">
                          <a:schemeClr val="tx1"/>
                        </a:gs>
                        <a:gs pos="100000">
                          <a:schemeClr val="tx1"/>
                        </a:gs>
                      </a:gsLst>
                      <a:lin ang="5400000" scaled="0"/>
                    </a:gradFill>
                  </a:tcPr>
                </a:tc>
                <a:tc>
                  <a:txBody>
                    <a:bodyPr/>
                    <a:lstStyle/>
                    <a:p>
                      <a:pPr rtl="1">
                        <a:defRPr/>
                      </a:pPr>
                      <a:endParaRPr lang="ar-SA"/>
                    </a:p>
                  </a:txBody>
                  <a:tcPr>
                    <a:gradFill>
                      <a:gsLst>
                        <a:gs pos="0">
                          <a:srgbClr val="000000"/>
                        </a:gs>
                        <a:gs pos="39999">
                          <a:srgbClr val="002060"/>
                        </a:gs>
                        <a:gs pos="70000">
                          <a:srgbClr val="002060"/>
                        </a:gs>
                        <a:gs pos="88000">
                          <a:schemeClr val="tx1"/>
                        </a:gs>
                        <a:gs pos="100000">
                          <a:schemeClr val="tx1"/>
                        </a:gs>
                      </a:gsLst>
                      <a:lin ang="5400000" scaled="0"/>
                    </a:gradFill>
                  </a:tcPr>
                </a:tc>
              </a:tr>
              <a:tr h="1152581">
                <a:tc>
                  <a:txBody>
                    <a:bodyPr/>
                    <a:lstStyle/>
                    <a:p>
                      <a:pPr rtl="1">
                        <a:defRPr/>
                      </a:pPr>
                      <a:endParaRPr lang="ar-SA"/>
                    </a:p>
                  </a:txBody>
                  <a:tcPr>
                    <a:gradFill>
                      <a:gsLst>
                        <a:gs pos="0">
                          <a:srgbClr val="000000"/>
                        </a:gs>
                        <a:gs pos="39999">
                          <a:srgbClr val="002060"/>
                        </a:gs>
                        <a:gs pos="70000">
                          <a:srgbClr val="002060"/>
                        </a:gs>
                        <a:gs pos="88000">
                          <a:schemeClr val="tx1"/>
                        </a:gs>
                        <a:gs pos="100000">
                          <a:schemeClr val="tx1"/>
                        </a:gs>
                      </a:gsLst>
                      <a:lin ang="5400000" scaled="0"/>
                    </a:gradFill>
                  </a:tcPr>
                </a:tc>
                <a:tc>
                  <a:txBody>
                    <a:bodyPr/>
                    <a:lstStyle/>
                    <a:p>
                      <a:pPr rtl="1">
                        <a:defRPr/>
                      </a:pPr>
                      <a:endParaRPr lang="ar-SA"/>
                    </a:p>
                  </a:txBody>
                  <a:tcPr>
                    <a:gradFill>
                      <a:gsLst>
                        <a:gs pos="0">
                          <a:srgbClr val="000000"/>
                        </a:gs>
                        <a:gs pos="39999">
                          <a:srgbClr val="002060"/>
                        </a:gs>
                        <a:gs pos="70000">
                          <a:srgbClr val="002060"/>
                        </a:gs>
                        <a:gs pos="88000">
                          <a:schemeClr val="tx1"/>
                        </a:gs>
                        <a:gs pos="100000">
                          <a:schemeClr val="tx1"/>
                        </a:gs>
                      </a:gsLst>
                      <a:lin ang="5400000" scaled="0"/>
                    </a:gradFill>
                  </a:tcPr>
                </a:tc>
                <a:tc>
                  <a:txBody>
                    <a:bodyPr/>
                    <a:lstStyle/>
                    <a:p>
                      <a:pPr rtl="1">
                        <a:defRPr/>
                      </a:pPr>
                      <a:endParaRPr lang="ar-SA"/>
                    </a:p>
                  </a:txBody>
                  <a:tcPr>
                    <a:gradFill>
                      <a:gsLst>
                        <a:gs pos="0">
                          <a:srgbClr val="000000"/>
                        </a:gs>
                        <a:gs pos="39999">
                          <a:srgbClr val="002060"/>
                        </a:gs>
                        <a:gs pos="70000">
                          <a:srgbClr val="002060"/>
                        </a:gs>
                        <a:gs pos="88000">
                          <a:schemeClr val="tx1"/>
                        </a:gs>
                        <a:gs pos="100000">
                          <a:schemeClr val="tx1"/>
                        </a:gs>
                      </a:gsLst>
                      <a:lin ang="5400000" scaled="0"/>
                    </a:gradFill>
                  </a:tcPr>
                </a:tc>
                <a:tc>
                  <a:txBody>
                    <a:bodyPr/>
                    <a:lstStyle/>
                    <a:p>
                      <a:pPr rtl="1">
                        <a:defRPr/>
                      </a:pPr>
                      <a:endParaRPr lang="ar-SA"/>
                    </a:p>
                  </a:txBody>
                  <a:tcPr>
                    <a:gradFill>
                      <a:gsLst>
                        <a:gs pos="0">
                          <a:srgbClr val="000000"/>
                        </a:gs>
                        <a:gs pos="39999">
                          <a:srgbClr val="002060"/>
                        </a:gs>
                        <a:gs pos="70000">
                          <a:srgbClr val="002060"/>
                        </a:gs>
                        <a:gs pos="88000">
                          <a:schemeClr val="tx1"/>
                        </a:gs>
                        <a:gs pos="100000">
                          <a:schemeClr val="tx1"/>
                        </a:gs>
                      </a:gsLst>
                      <a:lin ang="5400000" scaled="0"/>
                    </a:gradFill>
                  </a:tcPr>
                </a:tc>
              </a:tr>
            </a:tbl>
          </a:graphicData>
        </a:graphic>
      </p:graphicFrame>
      <p:sp>
        <p:nvSpPr>
          <p:cNvPr id="960513051" name="مستطيل 5"/>
          <p:cNvSpPr/>
          <p:nvPr/>
        </p:nvSpPr>
        <p:spPr bwMode="auto">
          <a:xfrm>
            <a:off x="7652084" y="1997242"/>
            <a:ext cx="986590" cy="926432"/>
          </a:xfrm>
          <a:prstGeom prst="rect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>
              <a:defRPr/>
            </a:pPr>
            <a:r>
              <a:rPr lang="en-US" sz="7200" dirty="0">
                <a:latin typeface="Orbitron Black"/>
              </a:rPr>
              <a:t>2</a:t>
            </a:r>
            <a:endParaRPr lang="ar-SA" sz="7200" dirty="0">
              <a:latin typeface="Orbitron Black"/>
            </a:endParaRPr>
          </a:p>
        </p:txBody>
      </p:sp>
      <p:sp>
        <p:nvSpPr>
          <p:cNvPr id="1090321161" name="مستطيل 6"/>
          <p:cNvSpPr/>
          <p:nvPr/>
        </p:nvSpPr>
        <p:spPr bwMode="auto">
          <a:xfrm>
            <a:off x="6396780" y="1993231"/>
            <a:ext cx="986590" cy="926432"/>
          </a:xfrm>
          <a:prstGeom prst="rect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>
              <a:defRPr/>
            </a:pPr>
            <a:r>
              <a:rPr lang="en-US" sz="7200">
                <a:latin typeface="Orbitron Black"/>
              </a:rPr>
              <a:t>2</a:t>
            </a:r>
            <a:endParaRPr lang="ar-SA" sz="7200">
              <a:latin typeface="Orbitron Black"/>
            </a:endParaRPr>
          </a:p>
        </p:txBody>
      </p:sp>
      <p:sp>
        <p:nvSpPr>
          <p:cNvPr id="928709001" name="مستطيل 6"/>
          <p:cNvSpPr/>
          <p:nvPr/>
        </p:nvSpPr>
        <p:spPr bwMode="auto">
          <a:xfrm>
            <a:off x="3854106" y="1997241"/>
            <a:ext cx="986589" cy="926431"/>
          </a:xfrm>
          <a:prstGeom prst="rect">
            <a:avLst/>
          </a:prstGeom>
          <a:solidFill>
            <a:srgbClr val="92D05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>
              <a:defRPr/>
            </a:pPr>
            <a:r>
              <a:rPr lang="en-US" sz="7200">
                <a:latin typeface="Orbitron Black"/>
              </a:rPr>
              <a:t>4</a:t>
            </a:r>
            <a:endParaRPr lang="ar-SA" sz="7200">
              <a:latin typeface="Orbitron Black"/>
            </a:endParaRPr>
          </a:p>
        </p:txBody>
      </p:sp>
      <p:sp>
        <p:nvSpPr>
          <p:cNvPr id="1513332112" name="مستطيل 6"/>
          <p:cNvSpPr/>
          <p:nvPr/>
        </p:nvSpPr>
        <p:spPr bwMode="auto">
          <a:xfrm>
            <a:off x="3854106" y="4311083"/>
            <a:ext cx="986589" cy="926431"/>
          </a:xfrm>
          <a:prstGeom prst="rect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>
              <a:defRPr/>
            </a:pPr>
            <a:r>
              <a:rPr lang="en-US" sz="7200">
                <a:latin typeface="Orbitron Black"/>
              </a:rPr>
              <a:t>2</a:t>
            </a:r>
            <a:endParaRPr lang="ar-SA" sz="7200">
              <a:latin typeface="Orbitron Black"/>
            </a:endParaRPr>
          </a:p>
        </p:txBody>
      </p:sp>
      <p:sp>
        <p:nvSpPr>
          <p:cNvPr id="1967993470" name="مستطيل 6"/>
          <p:cNvSpPr/>
          <p:nvPr/>
        </p:nvSpPr>
        <p:spPr bwMode="auto">
          <a:xfrm>
            <a:off x="6396779" y="4311083"/>
            <a:ext cx="986589" cy="926431"/>
          </a:xfrm>
          <a:prstGeom prst="rect">
            <a:avLst/>
          </a:prstGeom>
          <a:solidFill>
            <a:srgbClr val="FFC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>
              <a:defRPr/>
            </a:pPr>
            <a:r>
              <a:rPr lang="en-US" sz="7200">
                <a:latin typeface="Orbitron Black"/>
              </a:rPr>
              <a:t>8</a:t>
            </a:r>
            <a:endParaRPr lang="ar-SA" sz="7200">
              <a:latin typeface="Orbitron Black"/>
            </a:endParaRPr>
          </a:p>
        </p:txBody>
      </p:sp>
      <p:sp>
        <p:nvSpPr>
          <p:cNvPr id="1917780980" name="مستطيل 5"/>
          <p:cNvSpPr/>
          <p:nvPr/>
        </p:nvSpPr>
        <p:spPr bwMode="auto">
          <a:xfrm>
            <a:off x="5109409" y="4319105"/>
            <a:ext cx="986589" cy="926431"/>
          </a:xfrm>
          <a:prstGeom prst="rect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>
              <a:defRPr/>
            </a:pPr>
            <a:r>
              <a:rPr lang="en-US" sz="7200">
                <a:latin typeface="Orbitron Black"/>
              </a:rPr>
              <a:t>2</a:t>
            </a:r>
            <a:endParaRPr lang="ar-SA" sz="7200">
              <a:latin typeface="Orbitron Black"/>
            </a:endParaRPr>
          </a:p>
        </p:txBody>
      </p:sp>
      <p:sp>
        <p:nvSpPr>
          <p:cNvPr id="640505714" name="مستطيل 6"/>
          <p:cNvSpPr/>
          <p:nvPr/>
        </p:nvSpPr>
        <p:spPr bwMode="auto">
          <a:xfrm>
            <a:off x="3854106" y="5462171"/>
            <a:ext cx="986589" cy="926431"/>
          </a:xfrm>
          <a:prstGeom prst="rect">
            <a:avLst/>
          </a:prstGeom>
          <a:solidFill>
            <a:srgbClr val="92D05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>
              <a:defRPr/>
            </a:pPr>
            <a:r>
              <a:rPr lang="en-US" sz="7200">
                <a:latin typeface="Orbitron Black"/>
              </a:rPr>
              <a:t>4</a:t>
            </a:r>
            <a:endParaRPr lang="ar-SA" sz="7200">
              <a:latin typeface="Orbitron Black"/>
            </a:endParaRPr>
          </a:p>
        </p:txBody>
      </p:sp>
      <p:sp>
        <p:nvSpPr>
          <p:cNvPr id="1358429381" name="مستطيل 5"/>
          <p:cNvSpPr/>
          <p:nvPr/>
        </p:nvSpPr>
        <p:spPr bwMode="auto">
          <a:xfrm>
            <a:off x="7652083" y="5466182"/>
            <a:ext cx="986589" cy="926431"/>
          </a:xfrm>
          <a:prstGeom prst="rect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>
              <a:defRPr/>
            </a:pPr>
            <a:r>
              <a:rPr lang="en-US" sz="7200">
                <a:latin typeface="Orbitron Black"/>
              </a:rPr>
              <a:t>2</a:t>
            </a:r>
            <a:endParaRPr lang="ar-SA" sz="7200">
              <a:latin typeface="Orbitron Black"/>
            </a:endParaRPr>
          </a:p>
        </p:txBody>
      </p:sp>
      <p:sp>
        <p:nvSpPr>
          <p:cNvPr id="1733278024" name="مستطيل 6"/>
          <p:cNvSpPr/>
          <p:nvPr/>
        </p:nvSpPr>
        <p:spPr bwMode="auto">
          <a:xfrm>
            <a:off x="6396779" y="5462171"/>
            <a:ext cx="986589" cy="926431"/>
          </a:xfrm>
          <a:prstGeom prst="rect">
            <a:avLst/>
          </a:prstGeom>
          <a:solidFill>
            <a:srgbClr val="92D05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>
              <a:defRPr/>
            </a:pPr>
            <a:r>
              <a:rPr lang="en-US" sz="7200">
                <a:latin typeface="Orbitron Black"/>
              </a:rPr>
              <a:t>4</a:t>
            </a:r>
            <a:endParaRPr lang="ar-SA" sz="7200">
              <a:latin typeface="Orbitron Black"/>
            </a:endParaRPr>
          </a:p>
        </p:txBody>
      </p:sp>
      <p:sp>
        <p:nvSpPr>
          <p:cNvPr id="1101843083" name="مستطيل 6"/>
          <p:cNvSpPr/>
          <p:nvPr/>
        </p:nvSpPr>
        <p:spPr bwMode="auto">
          <a:xfrm>
            <a:off x="5109409" y="3167388"/>
            <a:ext cx="986589" cy="926431"/>
          </a:xfrm>
          <a:prstGeom prst="rect">
            <a:avLst/>
          </a:prstGeom>
          <a:solidFill>
            <a:srgbClr val="92D05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>
              <a:defRPr/>
            </a:pPr>
            <a:r>
              <a:rPr lang="en-US" sz="7200">
                <a:latin typeface="Orbitron Black"/>
              </a:rPr>
              <a:t>4</a:t>
            </a:r>
            <a:endParaRPr lang="ar-SA" sz="7200">
              <a:latin typeface="Orbitron Black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="" xmlns:m="http://schemas.openxmlformats.org/officeDocument/2006/math" xmlns:w="http://schemas.openxmlformats.org/wordprocessingml/2006/main" xmlns:p159="http://schemas.microsoft.com/office/powerpoint/2015/09/main" xmlns:p14="http://schemas.microsoft.com/office/powerpoint/2010/main" Requires="p159">
      <p:transition p14:dur="500" advClick="1"/>
    </mc:Choice>
    <mc:Fallback>
      <p:transition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23991461" name="عنوان 3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endParaRPr lang="ar-SA"/>
          </a:p>
        </p:txBody>
      </p:sp>
      <p:graphicFrame>
        <p:nvGraphicFramePr>
          <p:cNvPr id="15" name="جدول 14"/>
          <p:cNvGraphicFramePr>
            <a:graphicFrameLocks noGrp="1"/>
          </p:cNvGraphicFramePr>
          <p:nvPr/>
        </p:nvGraphicFramePr>
        <p:xfrm>
          <a:off x="1427086" y="2365586"/>
          <a:ext cx="4214058" cy="3796062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702343"/>
                <a:gridCol w="702343"/>
                <a:gridCol w="702343"/>
                <a:gridCol w="702343"/>
                <a:gridCol w="702343"/>
                <a:gridCol w="702343"/>
              </a:tblGrid>
              <a:tr h="632677">
                <a:tc>
                  <a:txBody>
                    <a:bodyPr/>
                    <a:lstStyle/>
                    <a:p>
                      <a:pPr marL="0" algn="ctr" defTabSz="914400" rtl="0">
                        <a:lnSpc>
                          <a:spcPct val="100000"/>
                        </a:lnSpc>
                      </a:pPr>
                      <a:r>
                        <a:rPr lang="en-US" dirty="0" smtClean="0">
                          <a:latin typeface="Oxanium" pitchFamily="2" charset="0"/>
                        </a:rPr>
                        <a:t>1</a:t>
                      </a:r>
                      <a:endParaRPr lang="ar-SA" dirty="0" smtClean="0">
                        <a:latin typeface="Oxanium" pitchFamily="2" charset="0"/>
                      </a:endParaRPr>
                    </a:p>
                  </a:txBody>
                  <a:tcPr anchor="ctr"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>
                        <a:lnSpc>
                          <a:spcPct val="100000"/>
                        </a:lnSpc>
                      </a:pPr>
                      <a:r>
                        <a:rPr lang="en-US" dirty="0" smtClean="0">
                          <a:latin typeface="Oxanium" pitchFamily="2" charset="0"/>
                        </a:rPr>
                        <a:t>2</a:t>
                      </a:r>
                      <a:endParaRPr lang="ar-SA" dirty="0" smtClean="0">
                        <a:latin typeface="Oxanium" pitchFamily="2" charset="0"/>
                      </a:endParaRPr>
                    </a:p>
                  </a:txBody>
                  <a:tcPr anchor="ctr"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>
                        <a:lnSpc>
                          <a:spcPct val="100000"/>
                        </a:lnSpc>
                      </a:pPr>
                      <a:r>
                        <a:rPr lang="en-US" dirty="0" smtClean="0">
                          <a:latin typeface="Oxanium" pitchFamily="2" charset="0"/>
                        </a:rPr>
                        <a:t>3</a:t>
                      </a:r>
                      <a:endParaRPr lang="ar-SA" dirty="0" smtClean="0">
                        <a:latin typeface="Oxanium" pitchFamily="2" charset="0"/>
                      </a:endParaRPr>
                    </a:p>
                  </a:txBody>
                  <a:tcPr anchor="ctr"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>
                        <a:lnSpc>
                          <a:spcPct val="100000"/>
                        </a:lnSpc>
                      </a:pPr>
                      <a:r>
                        <a:rPr lang="en-US" dirty="0" smtClean="0">
                          <a:latin typeface="Oxanium" pitchFamily="2" charset="0"/>
                        </a:rPr>
                        <a:t>4</a:t>
                      </a:r>
                      <a:endParaRPr lang="ar-SA" dirty="0" smtClean="0">
                        <a:latin typeface="Oxanium" pitchFamily="2" charset="0"/>
                      </a:endParaRPr>
                    </a:p>
                  </a:txBody>
                  <a:tcPr anchor="ctr"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>
                        <a:lnSpc>
                          <a:spcPct val="100000"/>
                        </a:lnSpc>
                      </a:pPr>
                      <a:r>
                        <a:rPr lang="en-US" dirty="0" smtClean="0">
                          <a:latin typeface="Oxanium" pitchFamily="2" charset="0"/>
                        </a:rPr>
                        <a:t>5</a:t>
                      </a:r>
                      <a:endParaRPr lang="ar-SA" dirty="0" smtClean="0">
                        <a:latin typeface="Oxanium" pitchFamily="2" charset="0"/>
                      </a:endParaRPr>
                    </a:p>
                  </a:txBody>
                  <a:tcPr anchor="ctr"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>
                        <a:lnSpc>
                          <a:spcPct val="100000"/>
                        </a:lnSpc>
                      </a:pPr>
                      <a:r>
                        <a:rPr lang="en-US" dirty="0" smtClean="0">
                          <a:latin typeface="Oxanium" pitchFamily="2" charset="0"/>
                        </a:rPr>
                        <a:t>6</a:t>
                      </a:r>
                      <a:endParaRPr lang="ar-SA" dirty="0" smtClean="0">
                        <a:latin typeface="Oxanium" pitchFamily="2" charset="0"/>
                      </a:endParaRPr>
                    </a:p>
                  </a:txBody>
                  <a:tcPr anchor="ctr">
                    <a:solidFill>
                      <a:srgbClr val="00B050"/>
                    </a:solidFill>
                  </a:tcPr>
                </a:tc>
              </a:tr>
              <a:tr h="632677">
                <a:tc>
                  <a:txBody>
                    <a:bodyPr/>
                    <a:lstStyle/>
                    <a:p>
                      <a:pPr marL="0" algn="ctr" defTabSz="914400" rtl="0">
                        <a:lnSpc>
                          <a:spcPct val="100000"/>
                        </a:lnSpc>
                      </a:pPr>
                      <a:r>
                        <a:rPr lang="en-US" dirty="0" smtClean="0">
                          <a:latin typeface="Oxanium" pitchFamily="2" charset="0"/>
                        </a:rPr>
                        <a:t>6</a:t>
                      </a:r>
                      <a:endParaRPr lang="ar-SA" dirty="0" smtClean="0">
                        <a:latin typeface="Oxanium" pitchFamily="2" charset="0"/>
                      </a:endParaRPr>
                    </a:p>
                  </a:txBody>
                  <a:tcPr anchor="ctr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>
                        <a:lnSpc>
                          <a:spcPct val="100000"/>
                        </a:lnSpc>
                      </a:pPr>
                      <a:r>
                        <a:rPr lang="en-US" dirty="0" smtClean="0">
                          <a:latin typeface="Oxanium" pitchFamily="2" charset="0"/>
                        </a:rPr>
                        <a:t>4</a:t>
                      </a:r>
                      <a:endParaRPr lang="ar-SA" dirty="0" smtClean="0">
                        <a:latin typeface="Oxanium" pitchFamily="2" charset="0"/>
                      </a:endParaRPr>
                    </a:p>
                  </a:txBody>
                  <a:tcPr anchor="ctr"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>
                        <a:lnSpc>
                          <a:spcPct val="100000"/>
                        </a:lnSpc>
                      </a:pPr>
                      <a:r>
                        <a:rPr lang="en-US" dirty="0" smtClean="0">
                          <a:latin typeface="Oxanium" pitchFamily="2" charset="0"/>
                        </a:rPr>
                        <a:t>5</a:t>
                      </a:r>
                      <a:endParaRPr lang="ar-SA" dirty="0" smtClean="0">
                        <a:latin typeface="Oxanium" pitchFamily="2" charset="0"/>
                      </a:endParaRPr>
                    </a:p>
                  </a:txBody>
                  <a:tcPr anchor="ctr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>
                        <a:lnSpc>
                          <a:spcPct val="100000"/>
                        </a:lnSpc>
                      </a:pPr>
                      <a:r>
                        <a:rPr lang="en-US" dirty="0" smtClean="0">
                          <a:latin typeface="Oxanium" pitchFamily="2" charset="0"/>
                        </a:rPr>
                        <a:t>3</a:t>
                      </a:r>
                      <a:endParaRPr lang="ar-SA" dirty="0" smtClean="0">
                        <a:latin typeface="Oxanium" pitchFamily="2" charset="0"/>
                      </a:endParaRPr>
                    </a:p>
                  </a:txBody>
                  <a:tcPr anchor="ctr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>
                        <a:lnSpc>
                          <a:spcPct val="100000"/>
                        </a:lnSpc>
                      </a:pPr>
                      <a:r>
                        <a:rPr lang="en-US" dirty="0" smtClean="0">
                          <a:latin typeface="Oxanium" pitchFamily="2" charset="0"/>
                        </a:rPr>
                        <a:t>2</a:t>
                      </a:r>
                      <a:endParaRPr lang="ar-SA" dirty="0" smtClean="0">
                        <a:latin typeface="Oxanium" pitchFamily="2" charset="0"/>
                      </a:endParaRPr>
                    </a:p>
                  </a:txBody>
                  <a:tcPr anchor="ctr"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>
                        <a:lnSpc>
                          <a:spcPct val="100000"/>
                        </a:lnSpc>
                      </a:pPr>
                      <a:r>
                        <a:rPr lang="en-US" dirty="0" smtClean="0">
                          <a:latin typeface="Oxanium" pitchFamily="2" charset="0"/>
                        </a:rPr>
                        <a:t>1</a:t>
                      </a:r>
                      <a:endParaRPr lang="ar-SA" dirty="0" smtClean="0">
                        <a:latin typeface="Oxanium" pitchFamily="2" charset="0"/>
                      </a:endParaRPr>
                    </a:p>
                  </a:txBody>
                  <a:tcPr anchor="ctr">
                    <a:solidFill>
                      <a:srgbClr val="00B050"/>
                    </a:solidFill>
                  </a:tcPr>
                </a:tc>
              </a:tr>
              <a:tr h="632677">
                <a:tc>
                  <a:txBody>
                    <a:bodyPr/>
                    <a:lstStyle/>
                    <a:p>
                      <a:pPr marL="0" algn="ctr" defTabSz="914400" rtl="0">
                        <a:lnSpc>
                          <a:spcPct val="100000"/>
                        </a:lnSpc>
                      </a:pPr>
                      <a:r>
                        <a:rPr lang="en-US" dirty="0" smtClean="0">
                          <a:latin typeface="Oxanium" pitchFamily="2" charset="0"/>
                        </a:rPr>
                        <a:t>3</a:t>
                      </a:r>
                      <a:endParaRPr lang="ar-SA" dirty="0" smtClean="0">
                        <a:latin typeface="Oxanium" pitchFamily="2" charset="0"/>
                      </a:endParaRPr>
                    </a:p>
                  </a:txBody>
                  <a:tcPr anchor="ctr"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>
                        <a:lnSpc>
                          <a:spcPct val="100000"/>
                        </a:lnSpc>
                      </a:pPr>
                      <a:r>
                        <a:rPr lang="en-US" dirty="0" smtClean="0">
                          <a:latin typeface="Oxanium" pitchFamily="2" charset="0"/>
                        </a:rPr>
                        <a:t>1</a:t>
                      </a:r>
                      <a:endParaRPr lang="ar-SA" dirty="0" smtClean="0">
                        <a:latin typeface="Oxanium" pitchFamily="2" charset="0"/>
                      </a:endParaRPr>
                    </a:p>
                  </a:txBody>
                  <a:tcPr anchor="ctr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>
                        <a:lnSpc>
                          <a:spcPct val="100000"/>
                        </a:lnSpc>
                      </a:pPr>
                      <a:r>
                        <a:rPr lang="en-US" dirty="0" smtClean="0">
                          <a:latin typeface="Oxanium" pitchFamily="2" charset="0"/>
                        </a:rPr>
                        <a:t>6</a:t>
                      </a:r>
                      <a:endParaRPr lang="ar-SA" dirty="0" smtClean="0">
                        <a:latin typeface="Oxanium" pitchFamily="2" charset="0"/>
                      </a:endParaRPr>
                    </a:p>
                  </a:txBody>
                  <a:tcPr anchor="ctr"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>
                        <a:lnSpc>
                          <a:spcPct val="100000"/>
                        </a:lnSpc>
                      </a:pPr>
                      <a:r>
                        <a:rPr lang="en-US" dirty="0" smtClean="0">
                          <a:latin typeface="Oxanium" pitchFamily="2" charset="0"/>
                        </a:rPr>
                        <a:t>2</a:t>
                      </a:r>
                      <a:endParaRPr lang="ar-SA" dirty="0" smtClean="0">
                        <a:latin typeface="Oxanium" pitchFamily="2" charset="0"/>
                      </a:endParaRPr>
                    </a:p>
                  </a:txBody>
                  <a:tcPr anchor="ctr"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>
                        <a:lnSpc>
                          <a:spcPct val="100000"/>
                        </a:lnSpc>
                      </a:pPr>
                      <a:r>
                        <a:rPr lang="en-US" dirty="0" smtClean="0">
                          <a:latin typeface="Oxanium" pitchFamily="2" charset="0"/>
                        </a:rPr>
                        <a:t>4</a:t>
                      </a:r>
                      <a:endParaRPr lang="ar-SA" dirty="0" smtClean="0">
                        <a:latin typeface="Oxanium" pitchFamily="2" charset="0"/>
                      </a:endParaRPr>
                    </a:p>
                  </a:txBody>
                  <a:tcPr anchor="ctr"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>
                        <a:lnSpc>
                          <a:spcPct val="100000"/>
                        </a:lnSpc>
                      </a:pPr>
                      <a:r>
                        <a:rPr lang="en-US" dirty="0" smtClean="0">
                          <a:latin typeface="Oxanium" pitchFamily="2" charset="0"/>
                        </a:rPr>
                        <a:t>5</a:t>
                      </a:r>
                      <a:endParaRPr lang="ar-SA" dirty="0" smtClean="0">
                        <a:latin typeface="Oxanium" pitchFamily="2" charset="0"/>
                      </a:endParaRPr>
                    </a:p>
                  </a:txBody>
                  <a:tcPr anchor="ctr">
                    <a:solidFill>
                      <a:srgbClr val="92D050"/>
                    </a:solidFill>
                  </a:tcPr>
                </a:tc>
              </a:tr>
              <a:tr h="632677">
                <a:tc>
                  <a:txBody>
                    <a:bodyPr/>
                    <a:lstStyle/>
                    <a:p>
                      <a:pPr marL="0" algn="ctr" defTabSz="914400" rtl="0">
                        <a:lnSpc>
                          <a:spcPct val="100000"/>
                        </a:lnSpc>
                      </a:pPr>
                      <a:r>
                        <a:rPr lang="en-US" dirty="0" smtClean="0">
                          <a:latin typeface="Oxanium" pitchFamily="2" charset="0"/>
                        </a:rPr>
                        <a:t>4</a:t>
                      </a:r>
                      <a:endParaRPr lang="ar-SA" dirty="0" smtClean="0">
                        <a:latin typeface="Oxanium" pitchFamily="2" charset="0"/>
                      </a:endParaRPr>
                    </a:p>
                  </a:txBody>
                  <a:tcPr anchor="ctr"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>
                        <a:lnSpc>
                          <a:spcPct val="100000"/>
                        </a:lnSpc>
                      </a:pPr>
                      <a:r>
                        <a:rPr lang="en-US" dirty="0" smtClean="0">
                          <a:latin typeface="Oxanium" pitchFamily="2" charset="0"/>
                        </a:rPr>
                        <a:t>5</a:t>
                      </a:r>
                      <a:endParaRPr lang="ar-SA" dirty="0" smtClean="0">
                        <a:latin typeface="Oxanium" pitchFamily="2" charset="0"/>
                      </a:endParaRPr>
                    </a:p>
                  </a:txBody>
                  <a:tcPr anchor="ctr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>
                        <a:lnSpc>
                          <a:spcPct val="100000"/>
                        </a:lnSpc>
                      </a:pPr>
                      <a:r>
                        <a:rPr lang="en-US" dirty="0" smtClean="0">
                          <a:latin typeface="Oxanium" pitchFamily="2" charset="0"/>
                        </a:rPr>
                        <a:t>2</a:t>
                      </a:r>
                      <a:endParaRPr lang="ar-SA" dirty="0" smtClean="0">
                        <a:latin typeface="Oxanium" pitchFamily="2" charset="0"/>
                      </a:endParaRPr>
                    </a:p>
                  </a:txBody>
                  <a:tcPr anchor="ctr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>
                        <a:lnSpc>
                          <a:spcPct val="100000"/>
                        </a:lnSpc>
                      </a:pPr>
                      <a:r>
                        <a:rPr lang="en-US" dirty="0" smtClean="0">
                          <a:latin typeface="Oxanium" pitchFamily="2" charset="0"/>
                        </a:rPr>
                        <a:t>6</a:t>
                      </a:r>
                      <a:endParaRPr lang="ar-SA" dirty="0" smtClean="0">
                        <a:latin typeface="Oxanium" pitchFamily="2" charset="0"/>
                      </a:endParaRPr>
                    </a:p>
                  </a:txBody>
                  <a:tcPr anchor="ctr"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>
                        <a:lnSpc>
                          <a:spcPct val="100000"/>
                        </a:lnSpc>
                      </a:pPr>
                      <a:r>
                        <a:rPr lang="en-US" dirty="0" smtClean="0">
                          <a:latin typeface="Oxanium" pitchFamily="2" charset="0"/>
                        </a:rPr>
                        <a:t>1</a:t>
                      </a:r>
                      <a:endParaRPr lang="ar-SA" dirty="0" smtClean="0">
                        <a:latin typeface="Oxanium" pitchFamily="2" charset="0"/>
                      </a:endParaRPr>
                    </a:p>
                  </a:txBody>
                  <a:tcPr anchor="ctr"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>
                        <a:lnSpc>
                          <a:spcPct val="100000"/>
                        </a:lnSpc>
                      </a:pPr>
                      <a:r>
                        <a:rPr lang="en-US" dirty="0" smtClean="0">
                          <a:latin typeface="Oxanium" pitchFamily="2" charset="0"/>
                        </a:rPr>
                        <a:t>3</a:t>
                      </a:r>
                      <a:endParaRPr lang="ar-SA" dirty="0" smtClean="0">
                        <a:latin typeface="Oxanium" pitchFamily="2" charset="0"/>
                      </a:endParaRPr>
                    </a:p>
                  </a:txBody>
                  <a:tcPr anchor="ctr">
                    <a:solidFill>
                      <a:srgbClr val="00B050"/>
                    </a:solidFill>
                  </a:tcPr>
                </a:tc>
              </a:tr>
              <a:tr h="632677">
                <a:tc>
                  <a:txBody>
                    <a:bodyPr/>
                    <a:lstStyle/>
                    <a:p>
                      <a:pPr marL="0" algn="ctr" defTabSz="914400" rtl="0">
                        <a:lnSpc>
                          <a:spcPct val="100000"/>
                        </a:lnSpc>
                      </a:pPr>
                      <a:r>
                        <a:rPr lang="en-US" dirty="0" smtClean="0">
                          <a:latin typeface="Oxanium" pitchFamily="2" charset="0"/>
                        </a:rPr>
                        <a:t>5</a:t>
                      </a:r>
                      <a:endParaRPr lang="ar-SA" dirty="0" smtClean="0">
                        <a:latin typeface="Oxanium" pitchFamily="2" charset="0"/>
                      </a:endParaRPr>
                    </a:p>
                  </a:txBody>
                  <a:tcPr anchor="ctr"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 smtClean="0">
                          <a:latin typeface="Oxanium" pitchFamily="2" charset="0"/>
                        </a:rPr>
                        <a:t>6</a:t>
                      </a:r>
                      <a:endParaRPr lang="ar-SA" dirty="0" smtClean="0">
                        <a:latin typeface="Oxanium" pitchFamily="2" charset="0"/>
                      </a:endParaRPr>
                    </a:p>
                  </a:txBody>
                  <a:tcPr anchor="ctr"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>
                        <a:lnSpc>
                          <a:spcPct val="100000"/>
                        </a:lnSpc>
                      </a:pPr>
                      <a:r>
                        <a:rPr lang="en-US" dirty="0" smtClean="0">
                          <a:latin typeface="Oxanium" pitchFamily="2" charset="0"/>
                        </a:rPr>
                        <a:t>4</a:t>
                      </a:r>
                      <a:endParaRPr lang="ar-SA" dirty="0" smtClean="0">
                        <a:latin typeface="Oxanium" pitchFamily="2" charset="0"/>
                      </a:endParaRPr>
                    </a:p>
                  </a:txBody>
                  <a:tcPr anchor="ctr"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>
                        <a:lnSpc>
                          <a:spcPct val="100000"/>
                        </a:lnSpc>
                      </a:pPr>
                      <a:r>
                        <a:rPr lang="en-US" dirty="0" smtClean="0">
                          <a:latin typeface="Oxanium" pitchFamily="2" charset="0"/>
                        </a:rPr>
                        <a:t>1</a:t>
                      </a:r>
                      <a:endParaRPr lang="ar-SA" dirty="0" smtClean="0">
                        <a:latin typeface="Oxanium" pitchFamily="2" charset="0"/>
                      </a:endParaRPr>
                    </a:p>
                  </a:txBody>
                  <a:tcPr anchor="ctr"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>
                        <a:lnSpc>
                          <a:spcPct val="100000"/>
                        </a:lnSpc>
                      </a:pPr>
                      <a:r>
                        <a:rPr lang="en-US" dirty="0" smtClean="0">
                          <a:latin typeface="Oxanium" pitchFamily="2" charset="0"/>
                        </a:rPr>
                        <a:t>3</a:t>
                      </a:r>
                      <a:endParaRPr lang="ar-SA" dirty="0" smtClean="0">
                        <a:latin typeface="Oxanium" pitchFamily="2" charset="0"/>
                      </a:endParaRPr>
                    </a:p>
                  </a:txBody>
                  <a:tcPr anchor="ctr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>
                        <a:lnSpc>
                          <a:spcPct val="100000"/>
                        </a:lnSpc>
                      </a:pPr>
                      <a:r>
                        <a:rPr lang="en-US" dirty="0" smtClean="0">
                          <a:latin typeface="Oxanium" pitchFamily="2" charset="0"/>
                        </a:rPr>
                        <a:t>2</a:t>
                      </a:r>
                      <a:endParaRPr lang="ar-SA" dirty="0" smtClean="0">
                        <a:latin typeface="Oxanium" pitchFamily="2" charset="0"/>
                      </a:endParaRPr>
                    </a:p>
                  </a:txBody>
                  <a:tcPr anchor="ctr">
                    <a:solidFill>
                      <a:srgbClr val="92D050"/>
                    </a:solidFill>
                  </a:tcPr>
                </a:tc>
              </a:tr>
              <a:tr h="632677">
                <a:tc>
                  <a:txBody>
                    <a:bodyPr/>
                    <a:lstStyle/>
                    <a:p>
                      <a:pPr marL="0" algn="ctr" defTabSz="914400" rtl="0">
                        <a:lnSpc>
                          <a:spcPct val="100000"/>
                        </a:lnSpc>
                      </a:pPr>
                      <a:r>
                        <a:rPr lang="en-US" dirty="0" smtClean="0">
                          <a:latin typeface="Oxanium" pitchFamily="2" charset="0"/>
                        </a:rPr>
                        <a:t>2</a:t>
                      </a:r>
                      <a:endParaRPr lang="ar-SA" dirty="0" smtClean="0">
                        <a:latin typeface="Oxanium" pitchFamily="2" charset="0"/>
                      </a:endParaRPr>
                    </a:p>
                  </a:txBody>
                  <a:tcPr anchor="ctr"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>
                        <a:lnSpc>
                          <a:spcPct val="100000"/>
                        </a:lnSpc>
                      </a:pPr>
                      <a:r>
                        <a:rPr lang="en-US" dirty="0" smtClean="0">
                          <a:latin typeface="Oxanium" pitchFamily="2" charset="0"/>
                        </a:rPr>
                        <a:t>3</a:t>
                      </a:r>
                      <a:endParaRPr lang="ar-SA" dirty="0" smtClean="0">
                        <a:latin typeface="Oxanium" pitchFamily="2" charset="0"/>
                      </a:endParaRPr>
                    </a:p>
                  </a:txBody>
                  <a:tcPr anchor="ctr"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 smtClean="0">
                          <a:latin typeface="Oxanium" pitchFamily="2" charset="0"/>
                        </a:rPr>
                        <a:t>1</a:t>
                      </a:r>
                      <a:endParaRPr lang="ar-SA" dirty="0" smtClean="0">
                        <a:latin typeface="Oxanium" pitchFamily="2" charset="0"/>
                      </a:endParaRPr>
                    </a:p>
                  </a:txBody>
                  <a:tcPr anchor="ctr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>
                        <a:lnSpc>
                          <a:spcPct val="100000"/>
                        </a:lnSpc>
                      </a:pPr>
                      <a:r>
                        <a:rPr lang="en-US" dirty="0" smtClean="0">
                          <a:latin typeface="Oxanium" pitchFamily="2" charset="0"/>
                        </a:rPr>
                        <a:t>5</a:t>
                      </a:r>
                      <a:endParaRPr lang="ar-SA" dirty="0" smtClean="0">
                        <a:latin typeface="Oxanium" pitchFamily="2" charset="0"/>
                      </a:endParaRPr>
                    </a:p>
                  </a:txBody>
                  <a:tcPr anchor="ctr"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>
                        <a:lnSpc>
                          <a:spcPct val="100000"/>
                        </a:lnSpc>
                      </a:pPr>
                      <a:r>
                        <a:rPr lang="en-US" dirty="0" smtClean="0">
                          <a:latin typeface="Oxanium" pitchFamily="2" charset="0"/>
                        </a:rPr>
                        <a:t>6</a:t>
                      </a:r>
                      <a:endParaRPr lang="ar-SA" dirty="0" smtClean="0">
                        <a:latin typeface="Oxanium" pitchFamily="2" charset="0"/>
                      </a:endParaRPr>
                    </a:p>
                  </a:txBody>
                  <a:tcPr anchor="ctr"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>
                        <a:lnSpc>
                          <a:spcPct val="100000"/>
                        </a:lnSpc>
                      </a:pPr>
                      <a:r>
                        <a:rPr lang="en-US" dirty="0" smtClean="0">
                          <a:latin typeface="Oxanium" pitchFamily="2" charset="0"/>
                        </a:rPr>
                        <a:t>4</a:t>
                      </a:r>
                      <a:endParaRPr lang="ar-SA" dirty="0" smtClean="0">
                        <a:latin typeface="Oxanium" pitchFamily="2" charset="0"/>
                      </a:endParaRPr>
                    </a:p>
                  </a:txBody>
                  <a:tcPr anchor="ctr">
                    <a:solidFill>
                      <a:srgbClr val="00B050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6" name="جدول 15"/>
          <p:cNvGraphicFramePr>
            <a:graphicFrameLocks noGrp="1"/>
          </p:cNvGraphicFramePr>
          <p:nvPr/>
        </p:nvGraphicFramePr>
        <p:xfrm>
          <a:off x="5968606" y="2278835"/>
          <a:ext cx="4214058" cy="3796062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702343"/>
                <a:gridCol w="702343"/>
                <a:gridCol w="702343"/>
                <a:gridCol w="702343"/>
                <a:gridCol w="702343"/>
                <a:gridCol w="702343"/>
              </a:tblGrid>
              <a:tr h="632677">
                <a:tc>
                  <a:txBody>
                    <a:bodyPr/>
                    <a:lstStyle/>
                    <a:p>
                      <a:pPr marL="0" algn="ctr" defTabSz="914400" rtl="0">
                        <a:lnSpc>
                          <a:spcPct val="100000"/>
                        </a:lnSpc>
                      </a:pPr>
                      <a:r>
                        <a:rPr lang="en-US" dirty="0" smtClean="0">
                          <a:latin typeface="Oxanium" pitchFamily="2" charset="0"/>
                        </a:rPr>
                        <a:t>1</a:t>
                      </a:r>
                      <a:endParaRPr lang="ar-SA" dirty="0" smtClean="0">
                        <a:latin typeface="Oxanium" pitchFamily="2" charset="0"/>
                      </a:endParaRPr>
                    </a:p>
                  </a:txBody>
                  <a:tcPr anchor="ctr"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>
                        <a:lnSpc>
                          <a:spcPct val="100000"/>
                        </a:lnSpc>
                      </a:pPr>
                      <a:r>
                        <a:rPr lang="en-US" dirty="0" smtClean="0">
                          <a:latin typeface="Oxanium" pitchFamily="2" charset="0"/>
                        </a:rPr>
                        <a:t>2</a:t>
                      </a:r>
                      <a:endParaRPr lang="ar-SA" dirty="0" smtClean="0">
                        <a:latin typeface="Oxanium" pitchFamily="2" charset="0"/>
                      </a:endParaRPr>
                    </a:p>
                  </a:txBody>
                  <a:tcPr anchor="ctr"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>
                        <a:lnSpc>
                          <a:spcPct val="100000"/>
                        </a:lnSpc>
                      </a:pPr>
                      <a:r>
                        <a:rPr lang="en-US" dirty="0" smtClean="0">
                          <a:latin typeface="Oxanium" pitchFamily="2" charset="0"/>
                        </a:rPr>
                        <a:t>3</a:t>
                      </a:r>
                      <a:endParaRPr lang="ar-SA" dirty="0" smtClean="0">
                        <a:latin typeface="Oxanium" pitchFamily="2" charset="0"/>
                      </a:endParaRPr>
                    </a:p>
                  </a:txBody>
                  <a:tcPr anchor="ctr"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>
                        <a:lnSpc>
                          <a:spcPct val="100000"/>
                        </a:lnSpc>
                      </a:pPr>
                      <a:r>
                        <a:rPr lang="en-US" dirty="0" smtClean="0">
                          <a:latin typeface="Oxanium" pitchFamily="2" charset="0"/>
                        </a:rPr>
                        <a:t>4</a:t>
                      </a:r>
                      <a:endParaRPr lang="ar-SA" dirty="0" smtClean="0">
                        <a:latin typeface="Oxanium" pitchFamily="2" charset="0"/>
                      </a:endParaRPr>
                    </a:p>
                  </a:txBody>
                  <a:tcPr anchor="ctr"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>
                        <a:lnSpc>
                          <a:spcPct val="100000"/>
                        </a:lnSpc>
                      </a:pPr>
                      <a:r>
                        <a:rPr lang="en-US" dirty="0" smtClean="0">
                          <a:latin typeface="Oxanium" pitchFamily="2" charset="0"/>
                        </a:rPr>
                        <a:t>5</a:t>
                      </a:r>
                      <a:endParaRPr lang="ar-SA" dirty="0" smtClean="0">
                        <a:latin typeface="Oxanium" pitchFamily="2" charset="0"/>
                      </a:endParaRPr>
                    </a:p>
                  </a:txBody>
                  <a:tcPr anchor="ctr"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>
                        <a:lnSpc>
                          <a:spcPct val="100000"/>
                        </a:lnSpc>
                      </a:pPr>
                      <a:r>
                        <a:rPr lang="en-US" dirty="0" smtClean="0">
                          <a:latin typeface="Oxanium" pitchFamily="2" charset="0"/>
                        </a:rPr>
                        <a:t>6</a:t>
                      </a:r>
                      <a:endParaRPr lang="ar-SA" dirty="0" smtClean="0">
                        <a:latin typeface="Oxanium" pitchFamily="2" charset="0"/>
                      </a:endParaRPr>
                    </a:p>
                  </a:txBody>
                  <a:tcPr anchor="ctr">
                    <a:solidFill>
                      <a:srgbClr val="00B050"/>
                    </a:solidFill>
                  </a:tcPr>
                </a:tc>
              </a:tr>
              <a:tr h="632677">
                <a:tc>
                  <a:txBody>
                    <a:bodyPr/>
                    <a:lstStyle/>
                    <a:p>
                      <a:pPr marL="0" algn="ctr" defTabSz="914400" rtl="0">
                        <a:lnSpc>
                          <a:spcPct val="100000"/>
                        </a:lnSpc>
                      </a:pPr>
                      <a:endParaRPr lang="ar-SA" dirty="0" smtClean="0">
                        <a:latin typeface="Oxanium" pitchFamily="2" charset="0"/>
                      </a:endParaRPr>
                    </a:p>
                  </a:txBody>
                  <a:tcPr anchor="ctr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>
                        <a:lnSpc>
                          <a:spcPct val="100000"/>
                        </a:lnSpc>
                      </a:pPr>
                      <a:r>
                        <a:rPr lang="en-US" dirty="0" smtClean="0">
                          <a:latin typeface="Oxanium" pitchFamily="2" charset="0"/>
                        </a:rPr>
                        <a:t>4</a:t>
                      </a:r>
                      <a:endParaRPr lang="ar-SA" dirty="0" smtClean="0">
                        <a:latin typeface="Oxanium" pitchFamily="2" charset="0"/>
                      </a:endParaRPr>
                    </a:p>
                  </a:txBody>
                  <a:tcPr anchor="ctr"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>
                        <a:lnSpc>
                          <a:spcPct val="100000"/>
                        </a:lnSpc>
                      </a:pPr>
                      <a:endParaRPr lang="ar-SA" dirty="0" smtClean="0">
                        <a:latin typeface="Oxanium" pitchFamily="2" charset="0"/>
                      </a:endParaRPr>
                    </a:p>
                  </a:txBody>
                  <a:tcPr anchor="ctr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>
                        <a:lnSpc>
                          <a:spcPct val="100000"/>
                        </a:lnSpc>
                      </a:pPr>
                      <a:endParaRPr lang="ar-SA" dirty="0" smtClean="0">
                        <a:latin typeface="Oxanium" pitchFamily="2" charset="0"/>
                      </a:endParaRPr>
                    </a:p>
                  </a:txBody>
                  <a:tcPr anchor="ctr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>
                        <a:lnSpc>
                          <a:spcPct val="100000"/>
                        </a:lnSpc>
                      </a:pPr>
                      <a:r>
                        <a:rPr lang="en-US" dirty="0" smtClean="0">
                          <a:latin typeface="Oxanium" pitchFamily="2" charset="0"/>
                        </a:rPr>
                        <a:t>2</a:t>
                      </a:r>
                      <a:endParaRPr lang="ar-SA" dirty="0" smtClean="0">
                        <a:latin typeface="Oxanium" pitchFamily="2" charset="0"/>
                      </a:endParaRPr>
                    </a:p>
                  </a:txBody>
                  <a:tcPr anchor="ctr"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>
                        <a:lnSpc>
                          <a:spcPct val="100000"/>
                        </a:lnSpc>
                      </a:pPr>
                      <a:r>
                        <a:rPr lang="en-US" dirty="0" smtClean="0">
                          <a:latin typeface="Oxanium" pitchFamily="2" charset="0"/>
                        </a:rPr>
                        <a:t>1</a:t>
                      </a:r>
                      <a:endParaRPr lang="ar-SA" dirty="0" smtClean="0">
                        <a:latin typeface="Oxanium" pitchFamily="2" charset="0"/>
                      </a:endParaRPr>
                    </a:p>
                  </a:txBody>
                  <a:tcPr anchor="ctr">
                    <a:solidFill>
                      <a:srgbClr val="00B050"/>
                    </a:solidFill>
                  </a:tcPr>
                </a:tc>
              </a:tr>
              <a:tr h="632677">
                <a:tc>
                  <a:txBody>
                    <a:bodyPr/>
                    <a:lstStyle/>
                    <a:p>
                      <a:pPr marL="0" algn="ctr" defTabSz="914400" rtl="0">
                        <a:lnSpc>
                          <a:spcPct val="100000"/>
                        </a:lnSpc>
                      </a:pPr>
                      <a:r>
                        <a:rPr lang="en-US" dirty="0" smtClean="0">
                          <a:latin typeface="Oxanium" pitchFamily="2" charset="0"/>
                        </a:rPr>
                        <a:t>3</a:t>
                      </a:r>
                      <a:endParaRPr lang="ar-SA" dirty="0" smtClean="0">
                        <a:latin typeface="Oxanium" pitchFamily="2" charset="0"/>
                      </a:endParaRPr>
                    </a:p>
                  </a:txBody>
                  <a:tcPr anchor="ctr"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>
                        <a:lnSpc>
                          <a:spcPct val="100000"/>
                        </a:lnSpc>
                      </a:pPr>
                      <a:endParaRPr lang="ar-SA" dirty="0" smtClean="0">
                        <a:latin typeface="Oxanium" pitchFamily="2" charset="0"/>
                      </a:endParaRPr>
                    </a:p>
                  </a:txBody>
                  <a:tcPr anchor="ctr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>
                        <a:lnSpc>
                          <a:spcPct val="100000"/>
                        </a:lnSpc>
                      </a:pPr>
                      <a:r>
                        <a:rPr lang="en-US" dirty="0" smtClean="0">
                          <a:latin typeface="Oxanium" pitchFamily="2" charset="0"/>
                        </a:rPr>
                        <a:t>6</a:t>
                      </a:r>
                      <a:endParaRPr lang="ar-SA" dirty="0" smtClean="0">
                        <a:latin typeface="Oxanium" pitchFamily="2" charset="0"/>
                      </a:endParaRPr>
                    </a:p>
                  </a:txBody>
                  <a:tcPr anchor="ctr"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>
                        <a:lnSpc>
                          <a:spcPct val="100000"/>
                        </a:lnSpc>
                      </a:pPr>
                      <a:r>
                        <a:rPr lang="en-US" dirty="0" smtClean="0">
                          <a:latin typeface="Oxanium" pitchFamily="2" charset="0"/>
                        </a:rPr>
                        <a:t>2</a:t>
                      </a:r>
                      <a:endParaRPr lang="ar-SA" dirty="0" smtClean="0">
                        <a:latin typeface="Oxanium" pitchFamily="2" charset="0"/>
                      </a:endParaRPr>
                    </a:p>
                  </a:txBody>
                  <a:tcPr anchor="ctr"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>
                        <a:lnSpc>
                          <a:spcPct val="100000"/>
                        </a:lnSpc>
                      </a:pPr>
                      <a:r>
                        <a:rPr lang="en-US" dirty="0" smtClean="0">
                          <a:latin typeface="Oxanium" pitchFamily="2" charset="0"/>
                        </a:rPr>
                        <a:t>4</a:t>
                      </a:r>
                      <a:endParaRPr lang="ar-SA" dirty="0" smtClean="0">
                        <a:latin typeface="Oxanium" pitchFamily="2" charset="0"/>
                      </a:endParaRPr>
                    </a:p>
                  </a:txBody>
                  <a:tcPr anchor="ctr"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>
                        <a:lnSpc>
                          <a:spcPct val="100000"/>
                        </a:lnSpc>
                      </a:pPr>
                      <a:endParaRPr lang="ar-SA" dirty="0" smtClean="0">
                        <a:latin typeface="Oxanium" pitchFamily="2" charset="0"/>
                      </a:endParaRPr>
                    </a:p>
                  </a:txBody>
                  <a:tcPr anchor="ctr">
                    <a:solidFill>
                      <a:srgbClr val="92D050"/>
                    </a:solidFill>
                  </a:tcPr>
                </a:tc>
              </a:tr>
              <a:tr h="632677">
                <a:tc>
                  <a:txBody>
                    <a:bodyPr/>
                    <a:lstStyle/>
                    <a:p>
                      <a:pPr marL="0" algn="ctr" defTabSz="914400" rtl="0">
                        <a:lnSpc>
                          <a:spcPct val="100000"/>
                        </a:lnSpc>
                      </a:pPr>
                      <a:r>
                        <a:rPr lang="en-US" dirty="0" smtClean="0">
                          <a:latin typeface="Oxanium" pitchFamily="2" charset="0"/>
                        </a:rPr>
                        <a:t>4</a:t>
                      </a:r>
                      <a:endParaRPr lang="ar-SA" dirty="0" smtClean="0">
                        <a:latin typeface="Oxanium" pitchFamily="2" charset="0"/>
                      </a:endParaRPr>
                    </a:p>
                  </a:txBody>
                  <a:tcPr anchor="ctr"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>
                        <a:lnSpc>
                          <a:spcPct val="100000"/>
                        </a:lnSpc>
                      </a:pPr>
                      <a:endParaRPr lang="ar-SA" dirty="0" smtClean="0">
                        <a:latin typeface="Oxanium" pitchFamily="2" charset="0"/>
                      </a:endParaRPr>
                    </a:p>
                  </a:txBody>
                  <a:tcPr anchor="ctr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>
                        <a:lnSpc>
                          <a:spcPct val="100000"/>
                        </a:lnSpc>
                      </a:pPr>
                      <a:endParaRPr lang="ar-SA" dirty="0" smtClean="0">
                        <a:latin typeface="Oxanium" pitchFamily="2" charset="0"/>
                      </a:endParaRPr>
                    </a:p>
                  </a:txBody>
                  <a:tcPr anchor="ctr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>
                        <a:lnSpc>
                          <a:spcPct val="100000"/>
                        </a:lnSpc>
                      </a:pPr>
                      <a:r>
                        <a:rPr lang="en-US" dirty="0" smtClean="0">
                          <a:latin typeface="Oxanium" pitchFamily="2" charset="0"/>
                        </a:rPr>
                        <a:t>6</a:t>
                      </a:r>
                      <a:endParaRPr lang="ar-SA" dirty="0" smtClean="0">
                        <a:latin typeface="Oxanium" pitchFamily="2" charset="0"/>
                      </a:endParaRPr>
                    </a:p>
                  </a:txBody>
                  <a:tcPr anchor="ctr"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>
                        <a:lnSpc>
                          <a:spcPct val="100000"/>
                        </a:lnSpc>
                      </a:pPr>
                      <a:r>
                        <a:rPr lang="en-US" dirty="0" smtClean="0">
                          <a:latin typeface="Oxanium" pitchFamily="2" charset="0"/>
                        </a:rPr>
                        <a:t>1</a:t>
                      </a:r>
                      <a:endParaRPr lang="ar-SA" dirty="0" smtClean="0">
                        <a:latin typeface="Oxanium" pitchFamily="2" charset="0"/>
                      </a:endParaRPr>
                    </a:p>
                  </a:txBody>
                  <a:tcPr anchor="ctr"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>
                        <a:lnSpc>
                          <a:spcPct val="100000"/>
                        </a:lnSpc>
                      </a:pPr>
                      <a:r>
                        <a:rPr lang="en-US" dirty="0" smtClean="0">
                          <a:latin typeface="Oxanium" pitchFamily="2" charset="0"/>
                        </a:rPr>
                        <a:t>3</a:t>
                      </a:r>
                      <a:endParaRPr lang="ar-SA" dirty="0" smtClean="0">
                        <a:latin typeface="Oxanium" pitchFamily="2" charset="0"/>
                      </a:endParaRPr>
                    </a:p>
                  </a:txBody>
                  <a:tcPr anchor="ctr">
                    <a:solidFill>
                      <a:srgbClr val="00B050"/>
                    </a:solidFill>
                  </a:tcPr>
                </a:tc>
              </a:tr>
              <a:tr h="632677">
                <a:tc>
                  <a:txBody>
                    <a:bodyPr/>
                    <a:lstStyle/>
                    <a:p>
                      <a:pPr marL="0" algn="ctr" defTabSz="914400" rtl="0">
                        <a:lnSpc>
                          <a:spcPct val="100000"/>
                        </a:lnSpc>
                      </a:pPr>
                      <a:r>
                        <a:rPr lang="en-US" dirty="0" smtClean="0">
                          <a:latin typeface="Oxanium" pitchFamily="2" charset="0"/>
                        </a:rPr>
                        <a:t>5</a:t>
                      </a:r>
                      <a:endParaRPr lang="ar-SA" dirty="0" smtClean="0">
                        <a:latin typeface="Oxanium" pitchFamily="2" charset="0"/>
                      </a:endParaRPr>
                    </a:p>
                  </a:txBody>
                  <a:tcPr anchor="ctr"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 smtClean="0">
                          <a:latin typeface="Oxanium" pitchFamily="2" charset="0"/>
                        </a:rPr>
                        <a:t>6</a:t>
                      </a:r>
                      <a:endParaRPr lang="ar-SA" dirty="0" smtClean="0">
                        <a:latin typeface="Oxanium" pitchFamily="2" charset="0"/>
                      </a:endParaRPr>
                    </a:p>
                  </a:txBody>
                  <a:tcPr anchor="ctr"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>
                        <a:lnSpc>
                          <a:spcPct val="100000"/>
                        </a:lnSpc>
                      </a:pPr>
                      <a:r>
                        <a:rPr lang="en-US" dirty="0" smtClean="0">
                          <a:latin typeface="Oxanium" pitchFamily="2" charset="0"/>
                        </a:rPr>
                        <a:t>4</a:t>
                      </a:r>
                      <a:endParaRPr lang="ar-SA" dirty="0" smtClean="0">
                        <a:latin typeface="Oxanium" pitchFamily="2" charset="0"/>
                      </a:endParaRPr>
                    </a:p>
                  </a:txBody>
                  <a:tcPr anchor="ctr"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>
                        <a:lnSpc>
                          <a:spcPct val="100000"/>
                        </a:lnSpc>
                      </a:pPr>
                      <a:r>
                        <a:rPr lang="en-US" dirty="0" smtClean="0">
                          <a:latin typeface="Oxanium" pitchFamily="2" charset="0"/>
                        </a:rPr>
                        <a:t>1</a:t>
                      </a:r>
                      <a:endParaRPr lang="ar-SA" dirty="0" smtClean="0">
                        <a:latin typeface="Oxanium" pitchFamily="2" charset="0"/>
                      </a:endParaRPr>
                    </a:p>
                  </a:txBody>
                  <a:tcPr anchor="ctr"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>
                        <a:lnSpc>
                          <a:spcPct val="100000"/>
                        </a:lnSpc>
                      </a:pPr>
                      <a:endParaRPr lang="ar-SA" dirty="0" smtClean="0">
                        <a:latin typeface="Oxanium" pitchFamily="2" charset="0"/>
                      </a:endParaRPr>
                    </a:p>
                  </a:txBody>
                  <a:tcPr anchor="ctr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>
                        <a:lnSpc>
                          <a:spcPct val="100000"/>
                        </a:lnSpc>
                      </a:pPr>
                      <a:endParaRPr lang="ar-SA" dirty="0" smtClean="0">
                        <a:latin typeface="Oxanium" pitchFamily="2" charset="0"/>
                      </a:endParaRPr>
                    </a:p>
                  </a:txBody>
                  <a:tcPr anchor="ctr">
                    <a:solidFill>
                      <a:srgbClr val="92D050"/>
                    </a:solidFill>
                  </a:tcPr>
                </a:tc>
              </a:tr>
              <a:tr h="632677">
                <a:tc>
                  <a:txBody>
                    <a:bodyPr/>
                    <a:lstStyle/>
                    <a:p>
                      <a:pPr marL="0" algn="ctr" defTabSz="914400" rtl="0">
                        <a:lnSpc>
                          <a:spcPct val="100000"/>
                        </a:lnSpc>
                      </a:pPr>
                      <a:r>
                        <a:rPr lang="en-US" dirty="0" smtClean="0">
                          <a:latin typeface="Oxanium" pitchFamily="2" charset="0"/>
                        </a:rPr>
                        <a:t>2</a:t>
                      </a:r>
                      <a:endParaRPr lang="ar-SA" dirty="0" smtClean="0">
                        <a:latin typeface="Oxanium" pitchFamily="2" charset="0"/>
                      </a:endParaRPr>
                    </a:p>
                  </a:txBody>
                  <a:tcPr anchor="ctr"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>
                        <a:lnSpc>
                          <a:spcPct val="100000"/>
                        </a:lnSpc>
                      </a:pPr>
                      <a:r>
                        <a:rPr lang="en-US" dirty="0" smtClean="0">
                          <a:latin typeface="Oxanium" pitchFamily="2" charset="0"/>
                        </a:rPr>
                        <a:t>3</a:t>
                      </a:r>
                      <a:endParaRPr lang="ar-SA" dirty="0" smtClean="0">
                        <a:latin typeface="Oxanium" pitchFamily="2" charset="0"/>
                      </a:endParaRPr>
                    </a:p>
                  </a:txBody>
                  <a:tcPr anchor="ctr"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ar-SA" dirty="0" smtClean="0">
                        <a:latin typeface="Oxanium" pitchFamily="2" charset="0"/>
                      </a:endParaRPr>
                    </a:p>
                  </a:txBody>
                  <a:tcPr anchor="ctr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>
                        <a:lnSpc>
                          <a:spcPct val="100000"/>
                        </a:lnSpc>
                      </a:pPr>
                      <a:r>
                        <a:rPr lang="en-US" dirty="0" smtClean="0">
                          <a:latin typeface="Oxanium" pitchFamily="2" charset="0"/>
                        </a:rPr>
                        <a:t>5</a:t>
                      </a:r>
                      <a:endParaRPr lang="ar-SA" dirty="0" smtClean="0">
                        <a:latin typeface="Oxanium" pitchFamily="2" charset="0"/>
                      </a:endParaRPr>
                    </a:p>
                  </a:txBody>
                  <a:tcPr anchor="ctr"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>
                        <a:lnSpc>
                          <a:spcPct val="100000"/>
                        </a:lnSpc>
                      </a:pPr>
                      <a:r>
                        <a:rPr lang="en-US" dirty="0" smtClean="0">
                          <a:latin typeface="Oxanium" pitchFamily="2" charset="0"/>
                        </a:rPr>
                        <a:t>6</a:t>
                      </a:r>
                      <a:endParaRPr lang="ar-SA" dirty="0" smtClean="0">
                        <a:latin typeface="Oxanium" pitchFamily="2" charset="0"/>
                      </a:endParaRPr>
                    </a:p>
                  </a:txBody>
                  <a:tcPr anchor="ctr"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>
                        <a:lnSpc>
                          <a:spcPct val="100000"/>
                        </a:lnSpc>
                      </a:pPr>
                      <a:r>
                        <a:rPr lang="en-US" dirty="0" smtClean="0">
                          <a:latin typeface="Oxanium" pitchFamily="2" charset="0"/>
                        </a:rPr>
                        <a:t>4</a:t>
                      </a:r>
                      <a:endParaRPr lang="ar-SA" dirty="0" smtClean="0">
                        <a:latin typeface="Oxanium" pitchFamily="2" charset="0"/>
                      </a:endParaRPr>
                    </a:p>
                  </a:txBody>
                  <a:tcPr anchor="ctr">
                    <a:solidFill>
                      <a:srgbClr val="00B050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  <mc:AlternateContent xmlns:mc="http://schemas.openxmlformats.org/markup-compatibility/2006">
    <mc:Choice xmlns="" xmlns:m="http://schemas.openxmlformats.org/officeDocument/2006/math" xmlns:w="http://schemas.openxmlformats.org/wordprocessingml/2006/main" xmlns:p159="http://schemas.microsoft.com/office/powerpoint/2015/09/main" xmlns:p14="http://schemas.microsoft.com/office/powerpoint/2010/main" Requires="p159">
      <p:transition p14:dur="500" advClick="1"/>
    </mc:Choice>
    <mc:Fallback>
      <p:transition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عنوان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ar-SA"/>
          </a:p>
        </p:txBody>
      </p:sp>
      <p:sp>
        <p:nvSpPr>
          <p:cNvPr id="3" name="شكل بيضاوي 2"/>
          <p:cNvSpPr/>
          <p:nvPr/>
        </p:nvSpPr>
        <p:spPr>
          <a:xfrm>
            <a:off x="3889829" y="2467428"/>
            <a:ext cx="3323772" cy="3193143"/>
          </a:xfrm>
          <a:prstGeom prst="ellipse">
            <a:avLst/>
          </a:prstGeom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ar-SA"/>
          </a:p>
        </p:txBody>
      </p:sp>
      <p:sp>
        <p:nvSpPr>
          <p:cNvPr id="4" name="قوس ممتلئ 3"/>
          <p:cNvSpPr/>
          <p:nvPr/>
        </p:nvSpPr>
        <p:spPr>
          <a:xfrm rot="10800000">
            <a:off x="4020456" y="1799772"/>
            <a:ext cx="2699657" cy="1901371"/>
          </a:xfrm>
          <a:prstGeom prst="blockArc">
            <a:avLst>
              <a:gd name="adj1" fmla="val 10973919"/>
              <a:gd name="adj2" fmla="val 20526576"/>
              <a:gd name="adj3" fmla="val 13840"/>
            </a:avLst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ar-SA">
              <a:solidFill>
                <a:schemeClr val="tx1"/>
              </a:solidFill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عنوان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ar-SA"/>
          </a:p>
        </p:txBody>
      </p:sp>
      <p:sp>
        <p:nvSpPr>
          <p:cNvPr id="5" name="مستطيل 4"/>
          <p:cNvSpPr/>
          <p:nvPr/>
        </p:nvSpPr>
        <p:spPr>
          <a:xfrm rot="20341134">
            <a:off x="4122056" y="2983914"/>
            <a:ext cx="2394857" cy="3338285"/>
          </a:xfrm>
          <a:prstGeom prst="rect">
            <a:avLst/>
          </a:prstGeom>
          <a:gradFill>
            <a:gsLst>
              <a:gs pos="0">
                <a:srgbClr val="A603AB"/>
              </a:gs>
              <a:gs pos="21001">
                <a:srgbClr val="0819FB"/>
              </a:gs>
              <a:gs pos="35001">
                <a:srgbClr val="1A8D48"/>
              </a:gs>
              <a:gs pos="52000">
                <a:srgbClr val="FFFF00"/>
              </a:gs>
              <a:gs pos="73000">
                <a:srgbClr val="EE3F17"/>
              </a:gs>
              <a:gs pos="88000">
                <a:srgbClr val="E81766"/>
              </a:gs>
              <a:gs pos="100000">
                <a:srgbClr val="A603AB"/>
              </a:gs>
            </a:gsLst>
            <a:lin ang="5400000" scaled="0"/>
          </a:gradFill>
          <a:ln w="762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ar-SA"/>
          </a:p>
        </p:txBody>
      </p:sp>
      <p:sp>
        <p:nvSpPr>
          <p:cNvPr id="6" name="مستطيل 5"/>
          <p:cNvSpPr/>
          <p:nvPr/>
        </p:nvSpPr>
        <p:spPr>
          <a:xfrm rot="21028486">
            <a:off x="5058228" y="2425114"/>
            <a:ext cx="2394857" cy="3338285"/>
          </a:xfrm>
          <a:prstGeom prst="rect">
            <a:avLst/>
          </a:prstGeom>
          <a:gradFill>
            <a:gsLst>
              <a:gs pos="0">
                <a:srgbClr val="A603AB"/>
              </a:gs>
              <a:gs pos="21001">
                <a:srgbClr val="0819FB"/>
              </a:gs>
              <a:gs pos="35001">
                <a:srgbClr val="1A8D48"/>
              </a:gs>
              <a:gs pos="52000">
                <a:srgbClr val="FFFF00"/>
              </a:gs>
              <a:gs pos="73000">
                <a:srgbClr val="EE3F17"/>
              </a:gs>
              <a:gs pos="88000">
                <a:srgbClr val="E81766"/>
              </a:gs>
              <a:gs pos="100000">
                <a:srgbClr val="A603AB"/>
              </a:gs>
            </a:gsLst>
            <a:lin ang="5400000" scaled="0"/>
          </a:gradFill>
          <a:ln w="762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ar-SA"/>
          </a:p>
        </p:txBody>
      </p:sp>
      <p:sp>
        <p:nvSpPr>
          <p:cNvPr id="7" name="مستطيل 6"/>
          <p:cNvSpPr/>
          <p:nvPr/>
        </p:nvSpPr>
        <p:spPr>
          <a:xfrm>
            <a:off x="5994399" y="2069514"/>
            <a:ext cx="2394857" cy="3338285"/>
          </a:xfrm>
          <a:prstGeom prst="rect">
            <a:avLst/>
          </a:prstGeom>
          <a:gradFill>
            <a:gsLst>
              <a:gs pos="0">
                <a:srgbClr val="A603AB"/>
              </a:gs>
              <a:gs pos="21001">
                <a:srgbClr val="0819FB"/>
              </a:gs>
              <a:gs pos="35001">
                <a:srgbClr val="1A8D48"/>
              </a:gs>
              <a:gs pos="52000">
                <a:srgbClr val="FFFF00"/>
              </a:gs>
              <a:gs pos="73000">
                <a:srgbClr val="EE3F17"/>
              </a:gs>
              <a:gs pos="88000">
                <a:srgbClr val="E81766"/>
              </a:gs>
              <a:gs pos="100000">
                <a:srgbClr val="A603AB"/>
              </a:gs>
            </a:gsLst>
            <a:lin ang="5400000" scaled="0"/>
          </a:gradFill>
          <a:ln w="762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ar-SA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مستطيل 4"/>
          <p:cNvSpPr/>
          <p:nvPr/>
        </p:nvSpPr>
        <p:spPr>
          <a:xfrm rot="20341134">
            <a:off x="4122056" y="2983914"/>
            <a:ext cx="2394857" cy="3338285"/>
          </a:xfrm>
          <a:prstGeom prst="rect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1" anchor="ctr"/>
          <a:lstStyle/>
          <a:p>
            <a:pPr algn="ctr"/>
            <a:endParaRPr lang="ar-SA"/>
          </a:p>
        </p:txBody>
      </p:sp>
      <p:sp>
        <p:nvSpPr>
          <p:cNvPr id="38" name="مستطيل 37"/>
          <p:cNvSpPr/>
          <p:nvPr/>
        </p:nvSpPr>
        <p:spPr>
          <a:xfrm rot="9560793">
            <a:off x="6382818" y="5195278"/>
            <a:ext cx="554960" cy="707886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4000" b="1" cap="none" spc="0" dirty="0" smtClean="0">
                <a:ln w="12700">
                  <a:solidFill>
                    <a:srgbClr val="FF0000"/>
                  </a:solidFill>
                  <a:prstDash val="solid"/>
                </a:ln>
                <a:solidFill>
                  <a:srgbClr val="FF0000"/>
                </a:solidFill>
                <a:effectLst>
                  <a:outerShdw blurRad="41275" dist="20320" dir="1800000" algn="tl" rotWithShape="0">
                    <a:srgbClr val="000000">
                      <a:alpha val="40000"/>
                    </a:srgbClr>
                  </a:outerShdw>
                </a:effectLst>
              </a:rPr>
              <a:t>A</a:t>
            </a:r>
            <a:endParaRPr lang="ar-SA" sz="4000" b="1" cap="none" spc="0" dirty="0">
              <a:ln w="12700">
                <a:solidFill>
                  <a:srgbClr val="FF0000"/>
                </a:solidFill>
                <a:prstDash val="solid"/>
              </a:ln>
              <a:solidFill>
                <a:srgbClr val="FF0000"/>
              </a:solidFill>
              <a:effectLst>
                <a:outerShdw blurRad="41275" dist="20320" dir="1800000" algn="tl" rotWithShape="0">
                  <a:srgbClr val="000000">
                    <a:alpha val="40000"/>
                  </a:srgbClr>
                </a:outerShdw>
              </a:effectLst>
            </a:endParaRPr>
          </a:p>
        </p:txBody>
      </p:sp>
      <p:sp>
        <p:nvSpPr>
          <p:cNvPr id="36" name="مخطط انسيابي: قرار 35"/>
          <p:cNvSpPr/>
          <p:nvPr/>
        </p:nvSpPr>
        <p:spPr>
          <a:xfrm rot="20375046">
            <a:off x="4693341" y="3577003"/>
            <a:ext cx="1166527" cy="2191657"/>
          </a:xfrm>
          <a:prstGeom prst="flowChartDecision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ar-SA"/>
          </a:p>
        </p:txBody>
      </p:sp>
      <p:sp>
        <p:nvSpPr>
          <p:cNvPr id="2" name="عنوان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ar-SA"/>
          </a:p>
        </p:txBody>
      </p:sp>
      <p:sp>
        <p:nvSpPr>
          <p:cNvPr id="6" name="مستطيل 5"/>
          <p:cNvSpPr/>
          <p:nvPr/>
        </p:nvSpPr>
        <p:spPr>
          <a:xfrm rot="21028486">
            <a:off x="5058228" y="2425114"/>
            <a:ext cx="2394857" cy="3338285"/>
          </a:xfrm>
          <a:prstGeom prst="rect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1" anchor="ctr"/>
          <a:lstStyle/>
          <a:p>
            <a:pPr algn="ctr"/>
            <a:endParaRPr lang="ar-SA"/>
          </a:p>
        </p:txBody>
      </p:sp>
      <p:sp>
        <p:nvSpPr>
          <p:cNvPr id="21" name="قلب 20"/>
          <p:cNvSpPr/>
          <p:nvPr/>
        </p:nvSpPr>
        <p:spPr>
          <a:xfrm rot="20165163">
            <a:off x="5512195" y="3363997"/>
            <a:ext cx="1577921" cy="1444685"/>
          </a:xfrm>
          <a:prstGeom prst="heart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ar-SA"/>
          </a:p>
        </p:txBody>
      </p:sp>
      <p:sp>
        <p:nvSpPr>
          <p:cNvPr id="26" name="مستطيل 25"/>
          <p:cNvSpPr/>
          <p:nvPr/>
        </p:nvSpPr>
        <p:spPr>
          <a:xfrm rot="20957849">
            <a:off x="4844304" y="2611735"/>
            <a:ext cx="554960" cy="707886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4000" b="1" cap="none" spc="0" dirty="0" smtClean="0">
                <a:ln w="12700">
                  <a:solidFill>
                    <a:srgbClr val="FF0000"/>
                  </a:solidFill>
                  <a:prstDash val="solid"/>
                </a:ln>
                <a:solidFill>
                  <a:srgbClr val="FF0000"/>
                </a:solidFill>
                <a:effectLst>
                  <a:outerShdw blurRad="41275" dist="20320" dir="1800000" algn="tl" rotWithShape="0">
                    <a:srgbClr val="000000">
                      <a:alpha val="40000"/>
                    </a:srgbClr>
                  </a:outerShdw>
                </a:effectLst>
              </a:rPr>
              <a:t>A</a:t>
            </a:r>
            <a:endParaRPr lang="ar-SA" sz="4000" b="1" cap="none" spc="0" dirty="0">
              <a:ln w="12700">
                <a:solidFill>
                  <a:srgbClr val="FF0000"/>
                </a:solidFill>
                <a:prstDash val="solid"/>
              </a:ln>
              <a:solidFill>
                <a:srgbClr val="FF0000"/>
              </a:solidFill>
              <a:effectLst>
                <a:outerShdw blurRad="41275" dist="20320" dir="1800000" algn="tl" rotWithShape="0">
                  <a:srgbClr val="000000">
                    <a:alpha val="40000"/>
                  </a:srgbClr>
                </a:outerShdw>
              </a:effectLst>
            </a:endParaRPr>
          </a:p>
        </p:txBody>
      </p:sp>
      <p:sp>
        <p:nvSpPr>
          <p:cNvPr id="27" name="مستطيل 26"/>
          <p:cNvSpPr/>
          <p:nvPr/>
        </p:nvSpPr>
        <p:spPr>
          <a:xfrm rot="10088284">
            <a:off x="7072247" y="4897735"/>
            <a:ext cx="554960" cy="707886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4000" b="1" cap="none" spc="0" dirty="0" smtClean="0">
                <a:ln w="12700">
                  <a:solidFill>
                    <a:srgbClr val="FF0000"/>
                  </a:solidFill>
                  <a:prstDash val="solid"/>
                </a:ln>
                <a:solidFill>
                  <a:srgbClr val="FF0000"/>
                </a:solidFill>
                <a:effectLst>
                  <a:outerShdw blurRad="41275" dist="20320" dir="1800000" algn="tl" rotWithShape="0">
                    <a:srgbClr val="000000">
                      <a:alpha val="40000"/>
                    </a:srgbClr>
                  </a:outerShdw>
                </a:effectLst>
              </a:rPr>
              <a:t>A</a:t>
            </a:r>
            <a:endParaRPr lang="ar-SA" sz="4000" b="1" cap="none" spc="0" dirty="0">
              <a:ln w="12700">
                <a:solidFill>
                  <a:srgbClr val="FF0000"/>
                </a:solidFill>
                <a:prstDash val="solid"/>
              </a:ln>
              <a:solidFill>
                <a:srgbClr val="FF0000"/>
              </a:solidFill>
              <a:effectLst>
                <a:outerShdw blurRad="41275" dist="20320" dir="1800000" algn="tl" rotWithShape="0">
                  <a:srgbClr val="000000">
                    <a:alpha val="40000"/>
                  </a:srgbClr>
                </a:outerShdw>
              </a:effectLst>
            </a:endParaRPr>
          </a:p>
        </p:txBody>
      </p:sp>
      <p:sp>
        <p:nvSpPr>
          <p:cNvPr id="7" name="مستطيل 6"/>
          <p:cNvSpPr/>
          <p:nvPr/>
        </p:nvSpPr>
        <p:spPr>
          <a:xfrm>
            <a:off x="5994399" y="2069514"/>
            <a:ext cx="2394857" cy="3338285"/>
          </a:xfrm>
          <a:prstGeom prst="rect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1" anchor="ctr"/>
          <a:lstStyle/>
          <a:p>
            <a:pPr algn="ctr"/>
            <a:endParaRPr lang="ar-SA"/>
          </a:p>
        </p:txBody>
      </p:sp>
      <p:sp>
        <p:nvSpPr>
          <p:cNvPr id="9" name="قلب 8"/>
          <p:cNvSpPr/>
          <p:nvPr/>
        </p:nvSpPr>
        <p:spPr>
          <a:xfrm>
            <a:off x="7278906" y="2823028"/>
            <a:ext cx="566056" cy="566057"/>
          </a:xfrm>
          <a:prstGeom prst="heart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ar-SA"/>
          </a:p>
        </p:txBody>
      </p:sp>
      <p:sp>
        <p:nvSpPr>
          <p:cNvPr id="11" name="قلب 10"/>
          <p:cNvSpPr/>
          <p:nvPr/>
        </p:nvSpPr>
        <p:spPr>
          <a:xfrm>
            <a:off x="7271652" y="3483418"/>
            <a:ext cx="566056" cy="566057"/>
          </a:xfrm>
          <a:prstGeom prst="heart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ar-SA"/>
          </a:p>
        </p:txBody>
      </p:sp>
      <p:sp>
        <p:nvSpPr>
          <p:cNvPr id="13" name="قلب 12"/>
          <p:cNvSpPr/>
          <p:nvPr/>
        </p:nvSpPr>
        <p:spPr>
          <a:xfrm>
            <a:off x="7264398" y="4143808"/>
            <a:ext cx="566056" cy="566057"/>
          </a:xfrm>
          <a:prstGeom prst="heart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ar-SA"/>
          </a:p>
        </p:txBody>
      </p:sp>
      <p:sp>
        <p:nvSpPr>
          <p:cNvPr id="16" name="مستطيل 15"/>
          <p:cNvSpPr/>
          <p:nvPr/>
        </p:nvSpPr>
        <p:spPr>
          <a:xfrm>
            <a:off x="6011640" y="2081963"/>
            <a:ext cx="470000" cy="707886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4000" b="1" cap="none" spc="0" dirty="0" smtClean="0">
                <a:ln w="12700">
                  <a:solidFill>
                    <a:srgbClr val="FF0000"/>
                  </a:solidFill>
                  <a:prstDash val="solid"/>
                </a:ln>
                <a:solidFill>
                  <a:srgbClr val="FF0000"/>
                </a:solidFill>
                <a:effectLst>
                  <a:outerShdw blurRad="41275" dist="20320" dir="1800000" algn="tl" rotWithShape="0">
                    <a:srgbClr val="000000">
                      <a:alpha val="40000"/>
                    </a:srgbClr>
                  </a:outerShdw>
                </a:effectLst>
              </a:rPr>
              <a:t>6</a:t>
            </a:r>
            <a:endParaRPr lang="ar-SA" sz="4000" b="1" cap="none" spc="0" dirty="0">
              <a:ln w="12700">
                <a:solidFill>
                  <a:srgbClr val="FF0000"/>
                </a:solidFill>
                <a:prstDash val="solid"/>
              </a:ln>
              <a:solidFill>
                <a:srgbClr val="FF0000"/>
              </a:solidFill>
              <a:effectLst>
                <a:outerShdw blurRad="41275" dist="20320" dir="1800000" algn="tl" rotWithShape="0">
                  <a:srgbClr val="000000">
                    <a:alpha val="40000"/>
                  </a:srgbClr>
                </a:outerShdw>
              </a:effectLst>
            </a:endParaRPr>
          </a:p>
        </p:txBody>
      </p:sp>
      <p:sp>
        <p:nvSpPr>
          <p:cNvPr id="17" name="مستطيل 16"/>
          <p:cNvSpPr/>
          <p:nvPr/>
        </p:nvSpPr>
        <p:spPr>
          <a:xfrm rot="10800000">
            <a:off x="7905754" y="4701790"/>
            <a:ext cx="470000" cy="707886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4000" b="1" cap="none" spc="0" dirty="0" smtClean="0">
                <a:ln w="12700">
                  <a:solidFill>
                    <a:srgbClr val="FF0000"/>
                  </a:solidFill>
                  <a:prstDash val="solid"/>
                </a:ln>
                <a:solidFill>
                  <a:srgbClr val="FF0000"/>
                </a:solidFill>
                <a:effectLst>
                  <a:outerShdw blurRad="41275" dist="20320" dir="1800000" algn="tl" rotWithShape="0">
                    <a:srgbClr val="000000">
                      <a:alpha val="40000"/>
                    </a:srgbClr>
                  </a:outerShdw>
                </a:effectLst>
              </a:rPr>
              <a:t>6</a:t>
            </a:r>
            <a:endParaRPr lang="ar-SA" sz="4000" b="1" cap="none" spc="0" dirty="0">
              <a:ln w="12700">
                <a:solidFill>
                  <a:srgbClr val="FF0000"/>
                </a:solidFill>
                <a:prstDash val="solid"/>
              </a:ln>
              <a:solidFill>
                <a:srgbClr val="FF0000"/>
              </a:solidFill>
              <a:effectLst>
                <a:outerShdw blurRad="41275" dist="20320" dir="1800000" algn="tl" rotWithShape="0">
                  <a:srgbClr val="000000">
                    <a:alpha val="40000"/>
                  </a:srgbClr>
                </a:outerShdw>
              </a:effectLst>
            </a:endParaRPr>
          </a:p>
        </p:txBody>
      </p:sp>
      <p:sp>
        <p:nvSpPr>
          <p:cNvPr id="8" name="قلب 7"/>
          <p:cNvSpPr/>
          <p:nvPr/>
        </p:nvSpPr>
        <p:spPr>
          <a:xfrm>
            <a:off x="6618516" y="2830282"/>
            <a:ext cx="566056" cy="566057"/>
          </a:xfrm>
          <a:prstGeom prst="heart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ar-SA"/>
          </a:p>
        </p:txBody>
      </p:sp>
      <p:sp>
        <p:nvSpPr>
          <p:cNvPr id="10" name="قلب 9"/>
          <p:cNvSpPr/>
          <p:nvPr/>
        </p:nvSpPr>
        <p:spPr>
          <a:xfrm>
            <a:off x="6611262" y="3490672"/>
            <a:ext cx="566056" cy="566057"/>
          </a:xfrm>
          <a:prstGeom prst="heart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ar-SA"/>
          </a:p>
        </p:txBody>
      </p:sp>
      <p:sp>
        <p:nvSpPr>
          <p:cNvPr id="12" name="قلب 11"/>
          <p:cNvSpPr/>
          <p:nvPr/>
        </p:nvSpPr>
        <p:spPr>
          <a:xfrm>
            <a:off x="6604008" y="4151062"/>
            <a:ext cx="566056" cy="566057"/>
          </a:xfrm>
          <a:prstGeom prst="heart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ar-SA"/>
          </a:p>
        </p:txBody>
      </p:sp>
      <p:sp>
        <p:nvSpPr>
          <p:cNvPr id="37" name="مستطيل 36"/>
          <p:cNvSpPr/>
          <p:nvPr/>
        </p:nvSpPr>
        <p:spPr>
          <a:xfrm rot="20430358">
            <a:off x="3719447" y="3402764"/>
            <a:ext cx="554960" cy="707886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4000" b="1" cap="none" spc="0" dirty="0" smtClean="0">
                <a:ln w="12700">
                  <a:solidFill>
                    <a:srgbClr val="FF0000"/>
                  </a:solidFill>
                  <a:prstDash val="solid"/>
                </a:ln>
                <a:solidFill>
                  <a:srgbClr val="FF0000"/>
                </a:solidFill>
                <a:effectLst>
                  <a:outerShdw blurRad="41275" dist="20320" dir="1800000" algn="tl" rotWithShape="0">
                    <a:srgbClr val="000000">
                      <a:alpha val="40000"/>
                    </a:srgbClr>
                  </a:outerShdw>
                </a:effectLst>
              </a:rPr>
              <a:t>A</a:t>
            </a:r>
            <a:endParaRPr lang="ar-SA" sz="4000" b="1" cap="none" spc="0" dirty="0">
              <a:ln w="12700">
                <a:solidFill>
                  <a:srgbClr val="FF0000"/>
                </a:solidFill>
                <a:prstDash val="solid"/>
              </a:ln>
              <a:solidFill>
                <a:srgbClr val="FF0000"/>
              </a:solidFill>
              <a:effectLst>
                <a:outerShdw blurRad="41275" dist="20320" dir="1800000" algn="tl" rotWithShape="0">
                  <a:srgbClr val="000000">
                    <a:alpha val="40000"/>
                  </a:srgbClr>
                </a:outerShdw>
              </a:effectLst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عنوان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ar-SA"/>
          </a:p>
        </p:txBody>
      </p:sp>
      <p:sp>
        <p:nvSpPr>
          <p:cNvPr id="3" name="مستطيل 2"/>
          <p:cNvSpPr/>
          <p:nvPr/>
        </p:nvSpPr>
        <p:spPr>
          <a:xfrm>
            <a:off x="4833257" y="4542971"/>
            <a:ext cx="1988457" cy="1915886"/>
          </a:xfrm>
          <a:prstGeom prst="rect">
            <a:avLst/>
          </a:prstGeom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ar-SA"/>
          </a:p>
        </p:txBody>
      </p:sp>
      <p:sp>
        <p:nvSpPr>
          <p:cNvPr id="4" name="مستطيل 3"/>
          <p:cNvSpPr/>
          <p:nvPr/>
        </p:nvSpPr>
        <p:spPr>
          <a:xfrm>
            <a:off x="5370287" y="3701143"/>
            <a:ext cx="914400" cy="841829"/>
          </a:xfrm>
          <a:prstGeom prst="rect">
            <a:avLst/>
          </a:prstGeom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ar-SA"/>
          </a:p>
        </p:txBody>
      </p:sp>
      <p:sp>
        <p:nvSpPr>
          <p:cNvPr id="5" name="مستطيل 4"/>
          <p:cNvSpPr/>
          <p:nvPr/>
        </p:nvSpPr>
        <p:spPr>
          <a:xfrm>
            <a:off x="5377547" y="2489227"/>
            <a:ext cx="914400" cy="841829"/>
          </a:xfrm>
          <a:prstGeom prst="rect">
            <a:avLst/>
          </a:prstGeom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ar-SA"/>
          </a:p>
        </p:txBody>
      </p:sp>
      <p:sp>
        <p:nvSpPr>
          <p:cNvPr id="6" name="مستطيل مستدير الزوايا 5"/>
          <p:cNvSpPr/>
          <p:nvPr/>
        </p:nvSpPr>
        <p:spPr>
          <a:xfrm>
            <a:off x="8055429" y="5820229"/>
            <a:ext cx="2757714" cy="566057"/>
          </a:xfrm>
          <a:prstGeom prst="round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ar-SA"/>
          </a:p>
        </p:txBody>
      </p:sp>
      <p:sp>
        <p:nvSpPr>
          <p:cNvPr id="7" name="شكل بيضاوي 6"/>
          <p:cNvSpPr/>
          <p:nvPr/>
        </p:nvSpPr>
        <p:spPr>
          <a:xfrm>
            <a:off x="10305143" y="5863771"/>
            <a:ext cx="493486" cy="508000"/>
          </a:xfrm>
          <a:prstGeom prst="ellipse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1" anchor="ctr"/>
          <a:lstStyle/>
          <a:p>
            <a:pPr algn="ctr"/>
            <a:endParaRPr lang="ar-SA"/>
          </a:p>
        </p:txBody>
      </p:sp>
      <p:sp>
        <p:nvSpPr>
          <p:cNvPr id="8" name="شكل بيضاوي 7"/>
          <p:cNvSpPr/>
          <p:nvPr/>
        </p:nvSpPr>
        <p:spPr>
          <a:xfrm>
            <a:off x="9746357" y="5842003"/>
            <a:ext cx="493486" cy="508000"/>
          </a:xfrm>
          <a:prstGeom prst="ellipse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1" anchor="ctr"/>
          <a:lstStyle/>
          <a:p>
            <a:pPr algn="ctr"/>
            <a:endParaRPr lang="ar-SA"/>
          </a:p>
        </p:txBody>
      </p:sp>
      <p:sp>
        <p:nvSpPr>
          <p:cNvPr id="11" name="شكل بيضاوي 10"/>
          <p:cNvSpPr/>
          <p:nvPr/>
        </p:nvSpPr>
        <p:spPr>
          <a:xfrm>
            <a:off x="9194825" y="5842003"/>
            <a:ext cx="493486" cy="508000"/>
          </a:xfrm>
          <a:prstGeom prst="ellipse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1" anchor="ctr"/>
          <a:lstStyle/>
          <a:p>
            <a:pPr algn="ctr"/>
            <a:endParaRPr lang="ar-SA"/>
          </a:p>
        </p:txBody>
      </p:sp>
      <p:sp>
        <p:nvSpPr>
          <p:cNvPr id="12" name="شكل بيضاوي 11"/>
          <p:cNvSpPr/>
          <p:nvPr/>
        </p:nvSpPr>
        <p:spPr>
          <a:xfrm>
            <a:off x="8650553" y="5849263"/>
            <a:ext cx="493486" cy="508000"/>
          </a:xfrm>
          <a:prstGeom prst="ellipse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1" anchor="ctr"/>
          <a:lstStyle/>
          <a:p>
            <a:pPr algn="ctr"/>
            <a:endParaRPr lang="ar-SA"/>
          </a:p>
        </p:txBody>
      </p:sp>
      <p:sp>
        <p:nvSpPr>
          <p:cNvPr id="13" name="شكل بيضاوي 12"/>
          <p:cNvSpPr/>
          <p:nvPr/>
        </p:nvSpPr>
        <p:spPr>
          <a:xfrm>
            <a:off x="8113535" y="5849263"/>
            <a:ext cx="493486" cy="508000"/>
          </a:xfrm>
          <a:prstGeom prst="ellipse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1" anchor="ctr"/>
          <a:lstStyle/>
          <a:p>
            <a:pPr algn="ctr"/>
            <a:endParaRPr lang="ar-SA"/>
          </a:p>
        </p:txBody>
      </p:sp>
      <p:sp>
        <p:nvSpPr>
          <p:cNvPr id="15" name="مستطيل 14"/>
          <p:cNvSpPr/>
          <p:nvPr/>
        </p:nvSpPr>
        <p:spPr>
          <a:xfrm>
            <a:off x="8447314" y="4151086"/>
            <a:ext cx="1828800" cy="1669143"/>
          </a:xfrm>
          <a:prstGeom prst="rect">
            <a:avLst/>
          </a:prstGeom>
          <a:solidFill>
            <a:srgbClr val="FFFF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ar-SA"/>
          </a:p>
        </p:txBody>
      </p:sp>
      <p:sp>
        <p:nvSpPr>
          <p:cNvPr id="16" name="مستطيل ذو زاوية واحدة مخدوشة 15"/>
          <p:cNvSpPr/>
          <p:nvPr/>
        </p:nvSpPr>
        <p:spPr>
          <a:xfrm flipH="1">
            <a:off x="9202056" y="2902857"/>
            <a:ext cx="1059542" cy="1219200"/>
          </a:xfrm>
          <a:prstGeom prst="snip1Rect">
            <a:avLst>
              <a:gd name="adj" fmla="val 45025"/>
            </a:avLst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ar-SA"/>
          </a:p>
        </p:txBody>
      </p:sp>
      <p:sp>
        <p:nvSpPr>
          <p:cNvPr id="17" name="مستطيل 16"/>
          <p:cNvSpPr/>
          <p:nvPr/>
        </p:nvSpPr>
        <p:spPr>
          <a:xfrm>
            <a:off x="8592457" y="1872343"/>
            <a:ext cx="304800" cy="2278743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ar-SA"/>
          </a:p>
        </p:txBody>
      </p:sp>
      <p:sp>
        <p:nvSpPr>
          <p:cNvPr id="18" name="شكل بيضاوي 17"/>
          <p:cNvSpPr/>
          <p:nvPr/>
        </p:nvSpPr>
        <p:spPr>
          <a:xfrm>
            <a:off x="8534400" y="1799771"/>
            <a:ext cx="406400" cy="362858"/>
          </a:xfrm>
          <a:prstGeom prst="ellipse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ar-SA"/>
          </a:p>
        </p:txBody>
      </p:sp>
      <p:sp>
        <p:nvSpPr>
          <p:cNvPr id="19" name="مستطيل 18"/>
          <p:cNvSpPr/>
          <p:nvPr/>
        </p:nvSpPr>
        <p:spPr>
          <a:xfrm>
            <a:off x="5689601" y="1843312"/>
            <a:ext cx="2931884" cy="275773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ar-SA"/>
          </a:p>
        </p:txBody>
      </p:sp>
      <p:sp>
        <p:nvSpPr>
          <p:cNvPr id="20" name="قوس ممتلئ 19"/>
          <p:cNvSpPr/>
          <p:nvPr/>
        </p:nvSpPr>
        <p:spPr>
          <a:xfrm>
            <a:off x="5617029" y="2206171"/>
            <a:ext cx="464457" cy="580572"/>
          </a:xfrm>
          <a:prstGeom prst="blockArc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ar-SA">
              <a:solidFill>
                <a:schemeClr val="tx1"/>
              </a:solidFill>
            </a:endParaRPr>
          </a:p>
        </p:txBody>
      </p:sp>
      <p:cxnSp>
        <p:nvCxnSpPr>
          <p:cNvPr id="22" name="رابط مستقيم 21"/>
          <p:cNvCxnSpPr/>
          <p:nvPr/>
        </p:nvCxnSpPr>
        <p:spPr>
          <a:xfrm rot="16200000" flipV="1">
            <a:off x="5704114" y="2061028"/>
            <a:ext cx="319316" cy="1"/>
          </a:xfrm>
          <a:prstGeom prst="line">
            <a:avLst/>
          </a:prstGeom>
          <a:ln w="762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عنوان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ar-SA"/>
          </a:p>
        </p:txBody>
      </p:sp>
      <p:sp>
        <p:nvSpPr>
          <p:cNvPr id="3" name="مستطيل 2"/>
          <p:cNvSpPr/>
          <p:nvPr/>
        </p:nvSpPr>
        <p:spPr>
          <a:xfrm>
            <a:off x="4833257" y="4542971"/>
            <a:ext cx="1988457" cy="1915886"/>
          </a:xfrm>
          <a:prstGeom prst="rect">
            <a:avLst/>
          </a:prstGeom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ar-SA"/>
          </a:p>
        </p:txBody>
      </p:sp>
      <p:sp>
        <p:nvSpPr>
          <p:cNvPr id="4" name="مستطيل 3"/>
          <p:cNvSpPr/>
          <p:nvPr/>
        </p:nvSpPr>
        <p:spPr>
          <a:xfrm>
            <a:off x="5370287" y="3701143"/>
            <a:ext cx="914400" cy="841829"/>
          </a:xfrm>
          <a:prstGeom prst="rect">
            <a:avLst/>
          </a:prstGeom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ar-SA"/>
          </a:p>
        </p:txBody>
      </p:sp>
      <p:sp>
        <p:nvSpPr>
          <p:cNvPr id="5" name="مستطيل 4"/>
          <p:cNvSpPr/>
          <p:nvPr/>
        </p:nvSpPr>
        <p:spPr>
          <a:xfrm>
            <a:off x="5377547" y="2489227"/>
            <a:ext cx="914400" cy="841829"/>
          </a:xfrm>
          <a:prstGeom prst="rect">
            <a:avLst/>
          </a:prstGeom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ar-SA"/>
          </a:p>
        </p:txBody>
      </p:sp>
      <p:sp>
        <p:nvSpPr>
          <p:cNvPr id="6" name="مستطيل مستدير الزوايا 5"/>
          <p:cNvSpPr/>
          <p:nvPr/>
        </p:nvSpPr>
        <p:spPr>
          <a:xfrm>
            <a:off x="8055429" y="5820229"/>
            <a:ext cx="2757714" cy="566057"/>
          </a:xfrm>
          <a:prstGeom prst="round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ar-SA"/>
          </a:p>
        </p:txBody>
      </p:sp>
      <p:sp>
        <p:nvSpPr>
          <p:cNvPr id="7" name="شكل بيضاوي 6"/>
          <p:cNvSpPr/>
          <p:nvPr/>
        </p:nvSpPr>
        <p:spPr>
          <a:xfrm>
            <a:off x="10305143" y="5863771"/>
            <a:ext cx="493486" cy="508000"/>
          </a:xfrm>
          <a:prstGeom prst="ellipse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1" anchor="ctr"/>
          <a:lstStyle/>
          <a:p>
            <a:pPr algn="ctr"/>
            <a:endParaRPr lang="ar-SA"/>
          </a:p>
        </p:txBody>
      </p:sp>
      <p:sp>
        <p:nvSpPr>
          <p:cNvPr id="8" name="شكل بيضاوي 7"/>
          <p:cNvSpPr/>
          <p:nvPr/>
        </p:nvSpPr>
        <p:spPr>
          <a:xfrm>
            <a:off x="9746357" y="5842003"/>
            <a:ext cx="493486" cy="508000"/>
          </a:xfrm>
          <a:prstGeom prst="ellipse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1" anchor="ctr"/>
          <a:lstStyle/>
          <a:p>
            <a:pPr algn="ctr"/>
            <a:endParaRPr lang="ar-SA"/>
          </a:p>
        </p:txBody>
      </p:sp>
      <p:sp>
        <p:nvSpPr>
          <p:cNvPr id="11" name="شكل بيضاوي 10"/>
          <p:cNvSpPr/>
          <p:nvPr/>
        </p:nvSpPr>
        <p:spPr>
          <a:xfrm>
            <a:off x="9194825" y="5842003"/>
            <a:ext cx="493486" cy="508000"/>
          </a:xfrm>
          <a:prstGeom prst="ellipse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1" anchor="ctr"/>
          <a:lstStyle/>
          <a:p>
            <a:pPr algn="ctr"/>
            <a:endParaRPr lang="ar-SA"/>
          </a:p>
        </p:txBody>
      </p:sp>
      <p:sp>
        <p:nvSpPr>
          <p:cNvPr id="12" name="شكل بيضاوي 11"/>
          <p:cNvSpPr/>
          <p:nvPr/>
        </p:nvSpPr>
        <p:spPr>
          <a:xfrm>
            <a:off x="8650553" y="5849263"/>
            <a:ext cx="493486" cy="508000"/>
          </a:xfrm>
          <a:prstGeom prst="ellipse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1" anchor="ctr"/>
          <a:lstStyle/>
          <a:p>
            <a:pPr algn="ctr"/>
            <a:endParaRPr lang="ar-SA"/>
          </a:p>
        </p:txBody>
      </p:sp>
      <p:sp>
        <p:nvSpPr>
          <p:cNvPr id="13" name="شكل بيضاوي 12"/>
          <p:cNvSpPr/>
          <p:nvPr/>
        </p:nvSpPr>
        <p:spPr>
          <a:xfrm>
            <a:off x="8113535" y="5849263"/>
            <a:ext cx="493486" cy="508000"/>
          </a:xfrm>
          <a:prstGeom prst="ellipse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1" anchor="ctr"/>
          <a:lstStyle/>
          <a:p>
            <a:pPr algn="ctr"/>
            <a:endParaRPr lang="ar-SA"/>
          </a:p>
        </p:txBody>
      </p:sp>
      <p:sp>
        <p:nvSpPr>
          <p:cNvPr id="15" name="مستطيل 14"/>
          <p:cNvSpPr/>
          <p:nvPr/>
        </p:nvSpPr>
        <p:spPr>
          <a:xfrm>
            <a:off x="8447314" y="4151086"/>
            <a:ext cx="1828800" cy="1669143"/>
          </a:xfrm>
          <a:prstGeom prst="rect">
            <a:avLst/>
          </a:prstGeom>
          <a:solidFill>
            <a:srgbClr val="FFFF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ar-SA"/>
          </a:p>
        </p:txBody>
      </p:sp>
      <p:sp>
        <p:nvSpPr>
          <p:cNvPr id="16" name="مستطيل ذو زاوية واحدة مخدوشة 15"/>
          <p:cNvSpPr/>
          <p:nvPr/>
        </p:nvSpPr>
        <p:spPr>
          <a:xfrm flipH="1">
            <a:off x="9202056" y="2902857"/>
            <a:ext cx="1059542" cy="1219200"/>
          </a:xfrm>
          <a:prstGeom prst="snip1Rect">
            <a:avLst>
              <a:gd name="adj" fmla="val 45025"/>
            </a:avLst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ar-SA"/>
          </a:p>
        </p:txBody>
      </p:sp>
      <p:sp>
        <p:nvSpPr>
          <p:cNvPr id="17" name="مستطيل 16"/>
          <p:cNvSpPr/>
          <p:nvPr/>
        </p:nvSpPr>
        <p:spPr>
          <a:xfrm>
            <a:off x="8592457" y="1872343"/>
            <a:ext cx="304800" cy="2278743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ar-SA"/>
          </a:p>
        </p:txBody>
      </p:sp>
      <p:sp>
        <p:nvSpPr>
          <p:cNvPr id="18" name="شكل بيضاوي 17"/>
          <p:cNvSpPr/>
          <p:nvPr/>
        </p:nvSpPr>
        <p:spPr>
          <a:xfrm>
            <a:off x="8534400" y="1799771"/>
            <a:ext cx="406400" cy="362858"/>
          </a:xfrm>
          <a:prstGeom prst="ellipse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ar-SA"/>
          </a:p>
        </p:txBody>
      </p:sp>
      <p:sp>
        <p:nvSpPr>
          <p:cNvPr id="19" name="مستطيل 18"/>
          <p:cNvSpPr/>
          <p:nvPr/>
        </p:nvSpPr>
        <p:spPr>
          <a:xfrm>
            <a:off x="5689601" y="1843312"/>
            <a:ext cx="2931884" cy="275773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ar-SA"/>
          </a:p>
        </p:txBody>
      </p:sp>
      <p:sp>
        <p:nvSpPr>
          <p:cNvPr id="20" name="قوس ممتلئ 19"/>
          <p:cNvSpPr/>
          <p:nvPr/>
        </p:nvSpPr>
        <p:spPr>
          <a:xfrm>
            <a:off x="5617029" y="2206171"/>
            <a:ext cx="464457" cy="580572"/>
          </a:xfrm>
          <a:prstGeom prst="blockArc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ar-SA">
              <a:solidFill>
                <a:schemeClr val="tx1"/>
              </a:solidFill>
            </a:endParaRPr>
          </a:p>
        </p:txBody>
      </p:sp>
      <p:cxnSp>
        <p:nvCxnSpPr>
          <p:cNvPr id="22" name="رابط مستقيم 21"/>
          <p:cNvCxnSpPr/>
          <p:nvPr/>
        </p:nvCxnSpPr>
        <p:spPr>
          <a:xfrm rot="16200000" flipV="1">
            <a:off x="5704114" y="2061028"/>
            <a:ext cx="319316" cy="1"/>
          </a:xfrm>
          <a:prstGeom prst="line">
            <a:avLst/>
          </a:prstGeom>
          <a:ln w="762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مستطيل 20"/>
          <p:cNvSpPr/>
          <p:nvPr/>
        </p:nvSpPr>
        <p:spPr>
          <a:xfrm>
            <a:off x="2632601" y="3683555"/>
            <a:ext cx="1988457" cy="2805782"/>
          </a:xfrm>
          <a:prstGeom prst="rect">
            <a:avLst/>
          </a:prstGeom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ar-SA"/>
          </a:p>
        </p:txBody>
      </p:sp>
      <p:sp>
        <p:nvSpPr>
          <p:cNvPr id="23" name="مستطيل 22"/>
          <p:cNvSpPr/>
          <p:nvPr/>
        </p:nvSpPr>
        <p:spPr>
          <a:xfrm>
            <a:off x="3218399" y="2438401"/>
            <a:ext cx="914400" cy="1232844"/>
          </a:xfrm>
          <a:prstGeom prst="rect">
            <a:avLst/>
          </a:prstGeom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ar-SA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عنوان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ar-SA" dirty="0"/>
          </a:p>
        </p:txBody>
      </p:sp>
      <p:grpSp>
        <p:nvGrpSpPr>
          <p:cNvPr id="25" name="مجموعة 24"/>
          <p:cNvGrpSpPr/>
          <p:nvPr/>
        </p:nvGrpSpPr>
        <p:grpSpPr>
          <a:xfrm>
            <a:off x="4978401" y="5660571"/>
            <a:ext cx="3041060" cy="776515"/>
            <a:chOff x="4034972" y="5718628"/>
            <a:chExt cx="3041060" cy="776515"/>
          </a:xfrm>
        </p:grpSpPr>
        <p:sp>
          <p:nvSpPr>
            <p:cNvPr id="21" name="نصف إطار 20"/>
            <p:cNvSpPr/>
            <p:nvPr/>
          </p:nvSpPr>
          <p:spPr>
            <a:xfrm>
              <a:off x="4034972" y="5718628"/>
              <a:ext cx="870857" cy="769258"/>
            </a:xfrm>
            <a:prstGeom prst="halfFrame">
              <a:avLst>
                <a:gd name="adj1" fmla="val 25786"/>
                <a:gd name="adj2" fmla="val 23899"/>
              </a:avLst>
            </a:prstGeom>
            <a:solidFill>
              <a:srgbClr val="FFFF0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1" anchor="ctr"/>
            <a:lstStyle/>
            <a:p>
              <a:pPr algn="ctr"/>
              <a:endParaRPr lang="ar-SA">
                <a:solidFill>
                  <a:schemeClr val="tx1"/>
                </a:solidFill>
              </a:endParaRPr>
            </a:p>
          </p:txBody>
        </p:sp>
        <p:sp>
          <p:nvSpPr>
            <p:cNvPr id="23" name="نصف إطار 22"/>
            <p:cNvSpPr/>
            <p:nvPr/>
          </p:nvSpPr>
          <p:spPr>
            <a:xfrm flipH="1">
              <a:off x="6204832" y="5725885"/>
              <a:ext cx="871200" cy="769258"/>
            </a:xfrm>
            <a:prstGeom prst="halfFrame">
              <a:avLst>
                <a:gd name="adj1" fmla="val 25786"/>
                <a:gd name="adj2" fmla="val 23899"/>
              </a:avLst>
            </a:prstGeom>
            <a:solidFill>
              <a:srgbClr val="FFFF0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1" anchor="ctr"/>
            <a:lstStyle/>
            <a:p>
              <a:pPr algn="ctr"/>
              <a:endParaRPr lang="ar-SA" dirty="0">
                <a:solidFill>
                  <a:schemeClr val="tx1"/>
                </a:solidFill>
              </a:endParaRPr>
            </a:p>
          </p:txBody>
        </p:sp>
        <p:sp>
          <p:nvSpPr>
            <p:cNvPr id="24" name="مستطيل 23"/>
            <p:cNvSpPr/>
            <p:nvPr/>
          </p:nvSpPr>
          <p:spPr>
            <a:xfrm>
              <a:off x="4673599" y="5718629"/>
              <a:ext cx="1828801" cy="203199"/>
            </a:xfrm>
            <a:prstGeom prst="rect">
              <a:avLst/>
            </a:prstGeom>
            <a:solidFill>
              <a:srgbClr val="FFFF0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1" anchor="ctr"/>
            <a:lstStyle/>
            <a:p>
              <a:pPr algn="ctr"/>
              <a:endParaRPr lang="ar-SA"/>
            </a:p>
          </p:txBody>
        </p:sp>
      </p:grpSp>
      <p:sp>
        <p:nvSpPr>
          <p:cNvPr id="26" name="مستطيل 25"/>
          <p:cNvSpPr/>
          <p:nvPr/>
        </p:nvSpPr>
        <p:spPr>
          <a:xfrm>
            <a:off x="4136572" y="2119086"/>
            <a:ext cx="1219199" cy="290286"/>
          </a:xfrm>
          <a:prstGeom prst="rect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ar-SA"/>
          </a:p>
        </p:txBody>
      </p:sp>
      <p:sp>
        <p:nvSpPr>
          <p:cNvPr id="29" name="مستطيل 28"/>
          <p:cNvSpPr/>
          <p:nvPr/>
        </p:nvSpPr>
        <p:spPr>
          <a:xfrm>
            <a:off x="4126938" y="2466589"/>
            <a:ext cx="1220400" cy="290286"/>
          </a:xfrm>
          <a:prstGeom prst="rect">
            <a:avLst/>
          </a:prstGeom>
          <a:solidFill>
            <a:srgbClr val="FF00FF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ar-SA"/>
          </a:p>
        </p:txBody>
      </p:sp>
      <p:sp>
        <p:nvSpPr>
          <p:cNvPr id="30" name="مستطيل 29"/>
          <p:cNvSpPr/>
          <p:nvPr/>
        </p:nvSpPr>
        <p:spPr>
          <a:xfrm>
            <a:off x="4133238" y="2835028"/>
            <a:ext cx="1219199" cy="290286"/>
          </a:xfrm>
          <a:prstGeom prst="rect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ar-SA"/>
          </a:p>
        </p:txBody>
      </p:sp>
      <p:sp>
        <p:nvSpPr>
          <p:cNvPr id="31" name="مستطيل 30"/>
          <p:cNvSpPr/>
          <p:nvPr/>
        </p:nvSpPr>
        <p:spPr>
          <a:xfrm>
            <a:off x="5422828" y="2112990"/>
            <a:ext cx="1219199" cy="290286"/>
          </a:xfrm>
          <a:prstGeom prst="rect">
            <a:avLst/>
          </a:prstGeom>
          <a:solidFill>
            <a:srgbClr val="FFFF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ar-SA"/>
          </a:p>
        </p:txBody>
      </p:sp>
      <p:sp>
        <p:nvSpPr>
          <p:cNvPr id="32" name="مستطيل 31"/>
          <p:cNvSpPr/>
          <p:nvPr/>
        </p:nvSpPr>
        <p:spPr>
          <a:xfrm>
            <a:off x="5413194" y="2460493"/>
            <a:ext cx="1220400" cy="290286"/>
          </a:xfrm>
          <a:prstGeom prst="rect">
            <a:avLst/>
          </a:prstGeom>
          <a:solidFill>
            <a:srgbClr val="00FFFF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ar-SA"/>
          </a:p>
        </p:txBody>
      </p:sp>
      <p:sp>
        <p:nvSpPr>
          <p:cNvPr id="33" name="مستطيل 32"/>
          <p:cNvSpPr/>
          <p:nvPr/>
        </p:nvSpPr>
        <p:spPr>
          <a:xfrm>
            <a:off x="5419494" y="2828932"/>
            <a:ext cx="1219199" cy="290286"/>
          </a:xfrm>
          <a:prstGeom prst="rect">
            <a:avLst/>
          </a:prstGeom>
          <a:solidFill>
            <a:srgbClr val="FFFF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ar-SA"/>
          </a:p>
        </p:txBody>
      </p:sp>
      <p:sp>
        <p:nvSpPr>
          <p:cNvPr id="34" name="مستطيل 33"/>
          <p:cNvSpPr/>
          <p:nvPr/>
        </p:nvSpPr>
        <p:spPr>
          <a:xfrm>
            <a:off x="6702988" y="2112990"/>
            <a:ext cx="1219199" cy="290286"/>
          </a:xfrm>
          <a:prstGeom prst="rect">
            <a:avLst/>
          </a:prstGeom>
          <a:solidFill>
            <a:srgbClr val="00FF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ar-SA" dirty="0">
              <a:solidFill>
                <a:srgbClr val="00FF00"/>
              </a:solidFill>
            </a:endParaRPr>
          </a:p>
        </p:txBody>
      </p:sp>
      <p:sp>
        <p:nvSpPr>
          <p:cNvPr id="35" name="مستطيل 34"/>
          <p:cNvSpPr/>
          <p:nvPr/>
        </p:nvSpPr>
        <p:spPr>
          <a:xfrm>
            <a:off x="6693354" y="2460493"/>
            <a:ext cx="1220400" cy="290286"/>
          </a:xfrm>
          <a:prstGeom prst="rect">
            <a:avLst/>
          </a:prstGeom>
          <a:solidFill>
            <a:srgbClr val="FF33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ar-SA"/>
          </a:p>
        </p:txBody>
      </p:sp>
      <p:sp>
        <p:nvSpPr>
          <p:cNvPr id="36" name="مستطيل 35"/>
          <p:cNvSpPr/>
          <p:nvPr/>
        </p:nvSpPr>
        <p:spPr>
          <a:xfrm>
            <a:off x="6699654" y="2828932"/>
            <a:ext cx="1219199" cy="290286"/>
          </a:xfrm>
          <a:prstGeom prst="rect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ar-SA"/>
          </a:p>
        </p:txBody>
      </p:sp>
      <p:sp>
        <p:nvSpPr>
          <p:cNvPr id="37" name="مستطيل 36"/>
          <p:cNvSpPr/>
          <p:nvPr/>
        </p:nvSpPr>
        <p:spPr>
          <a:xfrm>
            <a:off x="7989244" y="2106894"/>
            <a:ext cx="1219199" cy="290286"/>
          </a:xfrm>
          <a:prstGeom prst="rect">
            <a:avLst/>
          </a:prstGeom>
          <a:solidFill>
            <a:srgbClr val="0000CC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ar-SA"/>
          </a:p>
        </p:txBody>
      </p:sp>
      <p:sp>
        <p:nvSpPr>
          <p:cNvPr id="38" name="مستطيل 37"/>
          <p:cNvSpPr/>
          <p:nvPr/>
        </p:nvSpPr>
        <p:spPr>
          <a:xfrm>
            <a:off x="7979610" y="2454397"/>
            <a:ext cx="1220400" cy="290286"/>
          </a:xfrm>
          <a:prstGeom prst="rect">
            <a:avLst/>
          </a:prstGeom>
          <a:solidFill>
            <a:srgbClr val="0033FF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ar-SA"/>
          </a:p>
        </p:txBody>
      </p:sp>
      <p:sp>
        <p:nvSpPr>
          <p:cNvPr id="39" name="مستطيل 38"/>
          <p:cNvSpPr/>
          <p:nvPr/>
        </p:nvSpPr>
        <p:spPr>
          <a:xfrm>
            <a:off x="7985910" y="2822836"/>
            <a:ext cx="1219199" cy="290286"/>
          </a:xfrm>
          <a:prstGeom prst="rect">
            <a:avLst/>
          </a:prstGeom>
          <a:solidFill>
            <a:srgbClr val="FFFF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ar-SA"/>
          </a:p>
        </p:txBody>
      </p:sp>
      <p:sp>
        <p:nvSpPr>
          <p:cNvPr id="40" name="شكل بيضاوي 39"/>
          <p:cNvSpPr/>
          <p:nvPr/>
        </p:nvSpPr>
        <p:spPr>
          <a:xfrm>
            <a:off x="7144512" y="4059936"/>
            <a:ext cx="341376" cy="353568"/>
          </a:xfrm>
          <a:prstGeom prst="ellipse">
            <a:avLst/>
          </a:prstGeom>
          <a:gradFill>
            <a:gsLst>
              <a:gs pos="0">
                <a:srgbClr val="CCCCFF"/>
              </a:gs>
              <a:gs pos="17999">
                <a:srgbClr val="99CCFF"/>
              </a:gs>
              <a:gs pos="36000">
                <a:srgbClr val="9966FF"/>
              </a:gs>
              <a:gs pos="61000">
                <a:srgbClr val="CC99FF"/>
              </a:gs>
              <a:gs pos="82001">
                <a:srgbClr val="99CCFF"/>
              </a:gs>
              <a:gs pos="100000">
                <a:srgbClr val="CCCCFF"/>
              </a:gs>
            </a:gsLst>
            <a:lin ang="5400000" scaled="0"/>
          </a:gra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ar-SA"/>
          </a:p>
        </p:txBody>
      </p:sp>
      <p:sp>
        <p:nvSpPr>
          <p:cNvPr id="41" name="شكل بيضاوي 40"/>
          <p:cNvSpPr/>
          <p:nvPr/>
        </p:nvSpPr>
        <p:spPr>
          <a:xfrm>
            <a:off x="7181088" y="4084320"/>
            <a:ext cx="109728" cy="134112"/>
          </a:xfrm>
          <a:prstGeom prst="ellipse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1" anchor="ctr"/>
          <a:lstStyle/>
          <a:p>
            <a:pPr algn="ctr"/>
            <a:endParaRPr lang="ar-SA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عنوان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ar-SA"/>
          </a:p>
        </p:txBody>
      </p:sp>
      <p:sp>
        <p:nvSpPr>
          <p:cNvPr id="3" name="مستطيل 2"/>
          <p:cNvSpPr/>
          <p:nvPr/>
        </p:nvSpPr>
        <p:spPr>
          <a:xfrm>
            <a:off x="4279392" y="2426208"/>
            <a:ext cx="3621024" cy="236524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ar-SA"/>
          </a:p>
        </p:txBody>
      </p:sp>
      <p:sp>
        <p:nvSpPr>
          <p:cNvPr id="4" name="شكل بيضاوي 3"/>
          <p:cNvSpPr/>
          <p:nvPr/>
        </p:nvSpPr>
        <p:spPr>
          <a:xfrm>
            <a:off x="4718304" y="2657856"/>
            <a:ext cx="1901952" cy="1877568"/>
          </a:xfrm>
          <a:prstGeom prst="ellipse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ar-SA"/>
          </a:p>
        </p:txBody>
      </p:sp>
      <p:sp>
        <p:nvSpPr>
          <p:cNvPr id="5" name="شكل بيضاوي 4"/>
          <p:cNvSpPr/>
          <p:nvPr/>
        </p:nvSpPr>
        <p:spPr>
          <a:xfrm>
            <a:off x="5437632" y="3389376"/>
            <a:ext cx="414528" cy="426720"/>
          </a:xfrm>
          <a:prstGeom prst="ellipse">
            <a:avLst/>
          </a:prstGeom>
          <a:solidFill>
            <a:srgbClr val="FF0000"/>
          </a:solidFill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ar-SA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8084828" name="عنوان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74525067" name="مستطيل 1574525066"/>
          <p:cNvSpPr/>
          <p:nvPr/>
        </p:nvSpPr>
        <p:spPr bwMode="auto">
          <a:xfrm>
            <a:off x="2436201" y="2436201"/>
            <a:ext cx="1392115" cy="1410432"/>
          </a:xfrm>
          <a:prstGeom prst="rect">
            <a:avLst/>
          </a:prstGeom>
          <a:noFill/>
          <a:ln w="57150" cap="flat" cmpd="sng" algn="ctr">
            <a:solidFill>
              <a:schemeClr val="tx1"/>
            </a:solidFill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010685319" name="شكل بيضاوي 2010685318"/>
          <p:cNvSpPr/>
          <p:nvPr/>
        </p:nvSpPr>
        <p:spPr bwMode="auto">
          <a:xfrm>
            <a:off x="2998009" y="2996211"/>
            <a:ext cx="268500" cy="290412"/>
          </a:xfrm>
          <a:prstGeom prst="ellipse">
            <a:avLst/>
          </a:prstGeom>
          <a:solidFill>
            <a:schemeClr val="tx1"/>
          </a:solidFill>
          <a:ln w="12700" cap="flat" cmpd="sng" algn="ctr">
            <a:solidFill>
              <a:srgbClr val="000000"/>
            </a:solidFill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42921558" name="مستطيل 142921557"/>
          <p:cNvSpPr/>
          <p:nvPr/>
        </p:nvSpPr>
        <p:spPr bwMode="auto">
          <a:xfrm>
            <a:off x="4007826" y="2443019"/>
            <a:ext cx="1379126" cy="1410432"/>
          </a:xfrm>
          <a:prstGeom prst="rect">
            <a:avLst/>
          </a:prstGeom>
          <a:noFill/>
          <a:ln w="57150" cap="flat" cmpd="sng" algn="ctr">
            <a:solidFill>
              <a:schemeClr val="tx1"/>
            </a:solidFill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586283388" name="شكل بيضاوي 586283387"/>
          <p:cNvSpPr/>
          <p:nvPr/>
        </p:nvSpPr>
        <p:spPr bwMode="auto">
          <a:xfrm>
            <a:off x="4294962" y="2712617"/>
            <a:ext cx="268500" cy="290412"/>
          </a:xfrm>
          <a:prstGeom prst="ellipse">
            <a:avLst/>
          </a:prstGeom>
          <a:solidFill>
            <a:schemeClr val="tx1"/>
          </a:solidFill>
          <a:ln w="12700" cap="flat" cmpd="sng" algn="ctr">
            <a:solidFill>
              <a:srgbClr val="000000"/>
            </a:solidFill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587490623" name="شكل بيضاوي 587490622"/>
          <p:cNvSpPr/>
          <p:nvPr/>
        </p:nvSpPr>
        <p:spPr bwMode="auto">
          <a:xfrm>
            <a:off x="4799782" y="3286624"/>
            <a:ext cx="268500" cy="290412"/>
          </a:xfrm>
          <a:prstGeom prst="ellipse">
            <a:avLst/>
          </a:prstGeom>
          <a:solidFill>
            <a:schemeClr val="tx1"/>
          </a:solidFill>
          <a:ln w="12700" cap="flat" cmpd="sng" algn="ctr">
            <a:solidFill>
              <a:srgbClr val="000000"/>
            </a:solidFill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792849179" name="شكل بيضاوي 1792849178"/>
          <p:cNvSpPr/>
          <p:nvPr/>
        </p:nvSpPr>
        <p:spPr bwMode="auto">
          <a:xfrm>
            <a:off x="5827498" y="2643344"/>
            <a:ext cx="268500" cy="290412"/>
          </a:xfrm>
          <a:prstGeom prst="ellipse">
            <a:avLst/>
          </a:prstGeom>
          <a:solidFill>
            <a:schemeClr val="tx1"/>
          </a:solidFill>
          <a:ln w="12700" cap="flat" cmpd="sng" algn="ctr">
            <a:solidFill>
              <a:srgbClr val="000000"/>
            </a:solidFill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510566710" name="شكل بيضاوي 1510566709"/>
          <p:cNvSpPr/>
          <p:nvPr/>
        </p:nvSpPr>
        <p:spPr bwMode="auto">
          <a:xfrm>
            <a:off x="6141749" y="3003030"/>
            <a:ext cx="268500" cy="290412"/>
          </a:xfrm>
          <a:prstGeom prst="ellipse">
            <a:avLst/>
          </a:prstGeom>
          <a:solidFill>
            <a:schemeClr val="tx1"/>
          </a:solidFill>
          <a:ln w="12700" cap="flat" cmpd="sng" algn="ctr">
            <a:solidFill>
              <a:srgbClr val="000000"/>
            </a:solidFill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533939655" name="شكل بيضاوي 533939654"/>
          <p:cNvSpPr/>
          <p:nvPr/>
        </p:nvSpPr>
        <p:spPr bwMode="auto">
          <a:xfrm>
            <a:off x="6455999" y="3328236"/>
            <a:ext cx="268500" cy="290412"/>
          </a:xfrm>
          <a:prstGeom prst="ellipse">
            <a:avLst/>
          </a:prstGeom>
          <a:solidFill>
            <a:schemeClr val="tx1"/>
          </a:solidFill>
          <a:ln w="12700" cap="flat" cmpd="sng" algn="ctr">
            <a:solidFill>
              <a:srgbClr val="000000"/>
            </a:solidFill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684984220" name="مستطيل 1684984219"/>
          <p:cNvSpPr/>
          <p:nvPr/>
        </p:nvSpPr>
        <p:spPr bwMode="auto">
          <a:xfrm>
            <a:off x="2449190" y="4019131"/>
            <a:ext cx="1379126" cy="1410432"/>
          </a:xfrm>
          <a:prstGeom prst="rect">
            <a:avLst/>
          </a:prstGeom>
          <a:noFill/>
          <a:ln w="57150" cap="flat" cmpd="sng" algn="ctr">
            <a:solidFill>
              <a:schemeClr val="tx1"/>
            </a:solidFill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358899791" name="شكل بيضاوي 358899790"/>
          <p:cNvSpPr/>
          <p:nvPr/>
        </p:nvSpPr>
        <p:spPr bwMode="auto">
          <a:xfrm>
            <a:off x="2781462" y="4342524"/>
            <a:ext cx="268500" cy="290412"/>
          </a:xfrm>
          <a:prstGeom prst="ellipse">
            <a:avLst/>
          </a:prstGeom>
          <a:solidFill>
            <a:schemeClr val="tx1"/>
          </a:solidFill>
          <a:ln w="12700" cap="flat" cmpd="sng" algn="ctr">
            <a:solidFill>
              <a:srgbClr val="000000"/>
            </a:solidFill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74618539" name="مستطيل 174618538"/>
          <p:cNvSpPr/>
          <p:nvPr/>
        </p:nvSpPr>
        <p:spPr bwMode="auto">
          <a:xfrm>
            <a:off x="4005985" y="4019131"/>
            <a:ext cx="1392115" cy="1410432"/>
          </a:xfrm>
          <a:prstGeom prst="rect">
            <a:avLst/>
          </a:prstGeom>
          <a:noFill/>
          <a:ln w="57150" cap="flat" cmpd="sng" algn="ctr">
            <a:solidFill>
              <a:schemeClr val="tx1"/>
            </a:solidFill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79650687" name="مستطيل 879650686"/>
          <p:cNvSpPr/>
          <p:nvPr/>
        </p:nvSpPr>
        <p:spPr bwMode="auto">
          <a:xfrm>
            <a:off x="5560783" y="4019131"/>
            <a:ext cx="1392115" cy="1410432"/>
          </a:xfrm>
          <a:prstGeom prst="rect">
            <a:avLst/>
          </a:prstGeom>
          <a:noFill/>
          <a:ln w="57150" cap="flat" cmpd="sng" algn="ctr">
            <a:solidFill>
              <a:schemeClr val="tx1"/>
            </a:solidFill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446742471" name="مستطيل 446742470"/>
          <p:cNvSpPr/>
          <p:nvPr/>
        </p:nvSpPr>
        <p:spPr bwMode="auto">
          <a:xfrm>
            <a:off x="5566463" y="2436201"/>
            <a:ext cx="1379125" cy="1410431"/>
          </a:xfrm>
          <a:prstGeom prst="rect">
            <a:avLst/>
          </a:prstGeom>
          <a:noFill/>
          <a:ln w="57150" cap="flat" cmpd="sng" algn="ctr">
            <a:solidFill>
              <a:schemeClr val="tx1"/>
            </a:solidFill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091128722" name="شكل بيضاوي 1091128721"/>
          <p:cNvSpPr/>
          <p:nvPr/>
        </p:nvSpPr>
        <p:spPr bwMode="auto">
          <a:xfrm>
            <a:off x="3318464" y="4342524"/>
            <a:ext cx="268500" cy="290412"/>
          </a:xfrm>
          <a:prstGeom prst="ellipse">
            <a:avLst/>
          </a:prstGeom>
          <a:solidFill>
            <a:schemeClr val="tx1"/>
          </a:solidFill>
          <a:ln w="12700" cap="flat" cmpd="sng" algn="ctr">
            <a:solidFill>
              <a:srgbClr val="000000"/>
            </a:solidFill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442765877" name="شكل بيضاوي 1442765876"/>
          <p:cNvSpPr/>
          <p:nvPr/>
        </p:nvSpPr>
        <p:spPr bwMode="auto">
          <a:xfrm>
            <a:off x="2781462" y="4849947"/>
            <a:ext cx="268500" cy="290412"/>
          </a:xfrm>
          <a:prstGeom prst="ellipse">
            <a:avLst/>
          </a:prstGeom>
          <a:solidFill>
            <a:schemeClr val="tx1"/>
          </a:solidFill>
          <a:ln w="12700" cap="flat" cmpd="sng" algn="ctr">
            <a:solidFill>
              <a:srgbClr val="000000"/>
            </a:solidFill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95475100" name="شكل بيضاوي 295475099"/>
          <p:cNvSpPr/>
          <p:nvPr/>
        </p:nvSpPr>
        <p:spPr bwMode="auto">
          <a:xfrm>
            <a:off x="3318464" y="4849947"/>
            <a:ext cx="268500" cy="290412"/>
          </a:xfrm>
          <a:prstGeom prst="ellipse">
            <a:avLst/>
          </a:prstGeom>
          <a:solidFill>
            <a:schemeClr val="tx1"/>
          </a:solidFill>
          <a:ln w="12700" cap="flat" cmpd="sng" algn="ctr">
            <a:solidFill>
              <a:srgbClr val="000000"/>
            </a:solidFill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576015649" name="شكل بيضاوي 1576015648"/>
          <p:cNvSpPr/>
          <p:nvPr/>
        </p:nvSpPr>
        <p:spPr bwMode="auto">
          <a:xfrm>
            <a:off x="4319316" y="4342524"/>
            <a:ext cx="268500" cy="290412"/>
          </a:xfrm>
          <a:prstGeom prst="ellipse">
            <a:avLst/>
          </a:prstGeom>
          <a:solidFill>
            <a:schemeClr val="tx1"/>
          </a:solidFill>
          <a:ln w="12700" cap="flat" cmpd="sng" algn="ctr">
            <a:solidFill>
              <a:srgbClr val="000000"/>
            </a:solidFill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732107103" name="شكل بيضاوي 1732107102"/>
          <p:cNvSpPr/>
          <p:nvPr/>
        </p:nvSpPr>
        <p:spPr bwMode="auto">
          <a:xfrm>
            <a:off x="4856318" y="4342524"/>
            <a:ext cx="268500" cy="290412"/>
          </a:xfrm>
          <a:prstGeom prst="ellipse">
            <a:avLst/>
          </a:prstGeom>
          <a:solidFill>
            <a:schemeClr val="tx1"/>
          </a:solidFill>
          <a:ln w="12700" cap="flat" cmpd="sng" algn="ctr">
            <a:solidFill>
              <a:srgbClr val="000000"/>
            </a:solidFill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619490384" name="شكل بيضاوي 1619490383"/>
          <p:cNvSpPr/>
          <p:nvPr/>
        </p:nvSpPr>
        <p:spPr bwMode="auto">
          <a:xfrm>
            <a:off x="4319316" y="4923349"/>
            <a:ext cx="268500" cy="290412"/>
          </a:xfrm>
          <a:prstGeom prst="ellipse">
            <a:avLst/>
          </a:prstGeom>
          <a:solidFill>
            <a:schemeClr val="tx1"/>
          </a:solidFill>
          <a:ln w="12700" cap="flat" cmpd="sng" algn="ctr">
            <a:solidFill>
              <a:srgbClr val="000000"/>
            </a:solidFill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127659430" name="شكل بيضاوي 2127659429"/>
          <p:cNvSpPr/>
          <p:nvPr/>
        </p:nvSpPr>
        <p:spPr bwMode="auto">
          <a:xfrm>
            <a:off x="4856318" y="4923349"/>
            <a:ext cx="268500" cy="290412"/>
          </a:xfrm>
          <a:prstGeom prst="ellipse">
            <a:avLst/>
          </a:prstGeom>
          <a:solidFill>
            <a:schemeClr val="tx1"/>
          </a:solidFill>
          <a:ln w="12700" cap="flat" cmpd="sng" algn="ctr">
            <a:solidFill>
              <a:srgbClr val="000000"/>
            </a:solidFill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63488735" name="شكل بيضاوي 963488734"/>
          <p:cNvSpPr/>
          <p:nvPr/>
        </p:nvSpPr>
        <p:spPr bwMode="auto">
          <a:xfrm>
            <a:off x="4587817" y="4632937"/>
            <a:ext cx="268500" cy="290412"/>
          </a:xfrm>
          <a:prstGeom prst="ellipse">
            <a:avLst/>
          </a:prstGeom>
          <a:solidFill>
            <a:schemeClr val="tx1"/>
          </a:solidFill>
          <a:ln w="12700" cap="flat" cmpd="sng" algn="ctr">
            <a:solidFill>
              <a:srgbClr val="000000"/>
            </a:solidFill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69996516" name="شكل بيضاوي 769996515"/>
          <p:cNvSpPr/>
          <p:nvPr/>
        </p:nvSpPr>
        <p:spPr bwMode="auto">
          <a:xfrm>
            <a:off x="5873248" y="4197318"/>
            <a:ext cx="268500" cy="290412"/>
          </a:xfrm>
          <a:prstGeom prst="ellipse">
            <a:avLst/>
          </a:prstGeom>
          <a:solidFill>
            <a:schemeClr val="tx1"/>
          </a:solidFill>
          <a:ln w="12700" cap="flat" cmpd="sng" algn="ctr">
            <a:solidFill>
              <a:srgbClr val="000000"/>
            </a:solidFill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12404554" name="شكل بيضاوي 912404553"/>
          <p:cNvSpPr/>
          <p:nvPr/>
        </p:nvSpPr>
        <p:spPr bwMode="auto">
          <a:xfrm>
            <a:off x="5878443" y="4559535"/>
            <a:ext cx="268500" cy="290412"/>
          </a:xfrm>
          <a:prstGeom prst="ellipse">
            <a:avLst/>
          </a:prstGeom>
          <a:solidFill>
            <a:schemeClr val="tx1"/>
          </a:solidFill>
          <a:ln w="12700" cap="flat" cmpd="sng" algn="ctr">
            <a:solidFill>
              <a:srgbClr val="000000"/>
            </a:solidFill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14840357" name="شكل بيضاوي 214840356"/>
          <p:cNvSpPr/>
          <p:nvPr/>
        </p:nvSpPr>
        <p:spPr bwMode="auto">
          <a:xfrm>
            <a:off x="5878443" y="4914690"/>
            <a:ext cx="268500" cy="290412"/>
          </a:xfrm>
          <a:prstGeom prst="ellipse">
            <a:avLst/>
          </a:prstGeom>
          <a:solidFill>
            <a:schemeClr val="tx1"/>
          </a:solidFill>
          <a:ln w="12700" cap="flat" cmpd="sng" algn="ctr">
            <a:solidFill>
              <a:srgbClr val="000000"/>
            </a:solidFill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303332046" name="شكل بيضاوي 303332045"/>
          <p:cNvSpPr/>
          <p:nvPr/>
        </p:nvSpPr>
        <p:spPr bwMode="auto">
          <a:xfrm>
            <a:off x="6346034" y="4193854"/>
            <a:ext cx="268500" cy="290412"/>
          </a:xfrm>
          <a:prstGeom prst="ellipse">
            <a:avLst/>
          </a:prstGeom>
          <a:solidFill>
            <a:schemeClr val="tx1"/>
          </a:solidFill>
          <a:ln w="12700" cap="flat" cmpd="sng" algn="ctr">
            <a:solidFill>
              <a:srgbClr val="000000"/>
            </a:solidFill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995870100" name="شكل بيضاوي 1995870099"/>
          <p:cNvSpPr/>
          <p:nvPr/>
        </p:nvSpPr>
        <p:spPr bwMode="auto">
          <a:xfrm>
            <a:off x="6351229" y="4556071"/>
            <a:ext cx="268500" cy="290412"/>
          </a:xfrm>
          <a:prstGeom prst="ellipse">
            <a:avLst/>
          </a:prstGeom>
          <a:solidFill>
            <a:schemeClr val="tx1"/>
          </a:solidFill>
          <a:ln w="12700" cap="flat" cmpd="sng" algn="ctr">
            <a:solidFill>
              <a:srgbClr val="000000"/>
            </a:solidFill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966154915" name="شكل بيضاوي 1966154914"/>
          <p:cNvSpPr/>
          <p:nvPr/>
        </p:nvSpPr>
        <p:spPr bwMode="auto">
          <a:xfrm>
            <a:off x="6351229" y="4911226"/>
            <a:ext cx="268500" cy="290412"/>
          </a:xfrm>
          <a:prstGeom prst="ellipse">
            <a:avLst/>
          </a:prstGeom>
          <a:solidFill>
            <a:schemeClr val="tx1"/>
          </a:solidFill>
          <a:ln w="12700" cap="flat" cmpd="sng" algn="ctr">
            <a:solidFill>
              <a:srgbClr val="000000"/>
            </a:solidFill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</p:cSld>
  <p:clrMapOvr>
    <a:masterClrMapping/>
  </p:clrMapOvr>
  <mc:AlternateContent xmlns:mc="http://schemas.openxmlformats.org/markup-compatibility/2006">
    <mc:Choice xmlns="" xmlns:m="http://schemas.openxmlformats.org/officeDocument/2006/math" xmlns:w="http://schemas.openxmlformats.org/wordprocessingml/2006/main" xmlns:p159="http://schemas.microsoft.com/office/powerpoint/2015/09/main" xmlns:p14="http://schemas.microsoft.com/office/powerpoint/2010/main" Requires="p159">
      <p:transition p14:dur="500" advClick="1"/>
    </mc:Choice>
    <mc:Fallback>
      <p:transition/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26740248" name="عنوان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10076845" name="مستطيل 1110076844"/>
          <p:cNvSpPr/>
          <p:nvPr/>
        </p:nvSpPr>
        <p:spPr bwMode="auto">
          <a:xfrm>
            <a:off x="2436201" y="2436201"/>
            <a:ext cx="1392115" cy="2795729"/>
          </a:xfrm>
          <a:prstGeom prst="rect">
            <a:avLst/>
          </a:prstGeom>
          <a:noFill/>
          <a:ln w="57150" cap="flat" cmpd="sng" algn="ctr">
            <a:solidFill>
              <a:schemeClr val="tx1"/>
            </a:solidFill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429330583" name="شكل بيضاوي 1429330582"/>
          <p:cNvSpPr/>
          <p:nvPr/>
        </p:nvSpPr>
        <p:spPr bwMode="auto">
          <a:xfrm>
            <a:off x="2998009" y="2996211"/>
            <a:ext cx="268500" cy="290412"/>
          </a:xfrm>
          <a:prstGeom prst="ellipse">
            <a:avLst/>
          </a:prstGeom>
          <a:solidFill>
            <a:schemeClr val="tx1"/>
          </a:solidFill>
          <a:ln w="12700" cap="flat" cmpd="sng" algn="ctr">
            <a:solidFill>
              <a:srgbClr val="000000"/>
            </a:solidFill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434336915" name="مستطيل 434336914"/>
          <p:cNvSpPr/>
          <p:nvPr/>
        </p:nvSpPr>
        <p:spPr bwMode="auto">
          <a:xfrm>
            <a:off x="4007826" y="2443019"/>
            <a:ext cx="1379126" cy="2795729"/>
          </a:xfrm>
          <a:prstGeom prst="rect">
            <a:avLst/>
          </a:prstGeom>
          <a:noFill/>
          <a:ln w="57150" cap="flat" cmpd="sng" algn="ctr">
            <a:solidFill>
              <a:schemeClr val="tx1"/>
            </a:solidFill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403626549" name="شكل بيضاوي 403626548"/>
          <p:cNvSpPr/>
          <p:nvPr/>
        </p:nvSpPr>
        <p:spPr bwMode="auto">
          <a:xfrm>
            <a:off x="4294962" y="2712617"/>
            <a:ext cx="268500" cy="290412"/>
          </a:xfrm>
          <a:prstGeom prst="ellipse">
            <a:avLst/>
          </a:prstGeom>
          <a:solidFill>
            <a:schemeClr val="tx1"/>
          </a:solidFill>
          <a:ln w="12700" cap="flat" cmpd="sng" algn="ctr">
            <a:solidFill>
              <a:srgbClr val="000000"/>
            </a:solidFill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510714530" name="شكل بيضاوي 510714529"/>
          <p:cNvSpPr/>
          <p:nvPr/>
        </p:nvSpPr>
        <p:spPr bwMode="auto">
          <a:xfrm>
            <a:off x="4799782" y="3286624"/>
            <a:ext cx="268500" cy="290412"/>
          </a:xfrm>
          <a:prstGeom prst="ellipse">
            <a:avLst/>
          </a:prstGeom>
          <a:solidFill>
            <a:schemeClr val="tx1"/>
          </a:solidFill>
          <a:ln w="12700" cap="flat" cmpd="sng" algn="ctr">
            <a:solidFill>
              <a:srgbClr val="000000"/>
            </a:solidFill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2600538" name="شكل بيضاوي 82600537"/>
          <p:cNvSpPr/>
          <p:nvPr/>
        </p:nvSpPr>
        <p:spPr bwMode="auto">
          <a:xfrm>
            <a:off x="5827498" y="2643344"/>
            <a:ext cx="268500" cy="290412"/>
          </a:xfrm>
          <a:prstGeom prst="ellipse">
            <a:avLst/>
          </a:prstGeom>
          <a:solidFill>
            <a:schemeClr val="tx1"/>
          </a:solidFill>
          <a:ln w="12700" cap="flat" cmpd="sng" algn="ctr">
            <a:solidFill>
              <a:srgbClr val="000000"/>
            </a:solidFill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882973500" name="شكل بيضاوي 1882973499"/>
          <p:cNvSpPr/>
          <p:nvPr/>
        </p:nvSpPr>
        <p:spPr bwMode="auto">
          <a:xfrm>
            <a:off x="6141749" y="3003030"/>
            <a:ext cx="268500" cy="290412"/>
          </a:xfrm>
          <a:prstGeom prst="ellipse">
            <a:avLst/>
          </a:prstGeom>
          <a:solidFill>
            <a:schemeClr val="tx1"/>
          </a:solidFill>
          <a:ln w="12700" cap="flat" cmpd="sng" algn="ctr">
            <a:solidFill>
              <a:srgbClr val="000000"/>
            </a:solidFill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212096667" name="شكل بيضاوي 1212096666"/>
          <p:cNvSpPr/>
          <p:nvPr/>
        </p:nvSpPr>
        <p:spPr bwMode="auto">
          <a:xfrm>
            <a:off x="6455999" y="3328236"/>
            <a:ext cx="268500" cy="290412"/>
          </a:xfrm>
          <a:prstGeom prst="ellipse">
            <a:avLst/>
          </a:prstGeom>
          <a:solidFill>
            <a:schemeClr val="tx1"/>
          </a:solidFill>
          <a:ln w="12700" cap="flat" cmpd="sng" algn="ctr">
            <a:solidFill>
              <a:srgbClr val="000000"/>
            </a:solidFill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930314520" name="مستطيل 1930314519"/>
          <p:cNvSpPr/>
          <p:nvPr/>
        </p:nvSpPr>
        <p:spPr bwMode="auto">
          <a:xfrm>
            <a:off x="7104777" y="2436201"/>
            <a:ext cx="1379126" cy="2795729"/>
          </a:xfrm>
          <a:prstGeom prst="rect">
            <a:avLst/>
          </a:prstGeom>
          <a:noFill/>
          <a:ln w="57150" cap="flat" cmpd="sng" algn="ctr">
            <a:solidFill>
              <a:schemeClr val="tx1"/>
            </a:solidFill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286354017" name="شكل بيضاوي 1286354016"/>
          <p:cNvSpPr/>
          <p:nvPr/>
        </p:nvSpPr>
        <p:spPr bwMode="auto">
          <a:xfrm>
            <a:off x="7437049" y="2759594"/>
            <a:ext cx="268500" cy="290412"/>
          </a:xfrm>
          <a:prstGeom prst="ellipse">
            <a:avLst/>
          </a:prstGeom>
          <a:solidFill>
            <a:schemeClr val="tx1"/>
          </a:solidFill>
          <a:ln w="12700" cap="flat" cmpd="sng" algn="ctr">
            <a:solidFill>
              <a:srgbClr val="000000"/>
            </a:solidFill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22369554" name="مستطيل 922369553"/>
          <p:cNvSpPr/>
          <p:nvPr/>
        </p:nvSpPr>
        <p:spPr bwMode="auto">
          <a:xfrm>
            <a:off x="5566463" y="2436201"/>
            <a:ext cx="1379125" cy="2795728"/>
          </a:xfrm>
          <a:prstGeom prst="rect">
            <a:avLst/>
          </a:prstGeom>
          <a:noFill/>
          <a:ln w="57150" cap="flat" cmpd="sng" algn="ctr">
            <a:solidFill>
              <a:schemeClr val="tx1"/>
            </a:solidFill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89330717" name="شكل بيضاوي 189330716"/>
          <p:cNvSpPr/>
          <p:nvPr/>
        </p:nvSpPr>
        <p:spPr bwMode="auto">
          <a:xfrm>
            <a:off x="7974051" y="2759594"/>
            <a:ext cx="268500" cy="290412"/>
          </a:xfrm>
          <a:prstGeom prst="ellipse">
            <a:avLst/>
          </a:prstGeom>
          <a:solidFill>
            <a:schemeClr val="tx1"/>
          </a:solidFill>
          <a:ln w="12700" cap="flat" cmpd="sng" algn="ctr">
            <a:solidFill>
              <a:srgbClr val="000000"/>
            </a:solidFill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842024222" name="شكل بيضاوي 1842024221"/>
          <p:cNvSpPr/>
          <p:nvPr/>
        </p:nvSpPr>
        <p:spPr bwMode="auto">
          <a:xfrm>
            <a:off x="7437049" y="3267017"/>
            <a:ext cx="268500" cy="290412"/>
          </a:xfrm>
          <a:prstGeom prst="ellipse">
            <a:avLst/>
          </a:prstGeom>
          <a:solidFill>
            <a:schemeClr val="tx1"/>
          </a:solidFill>
          <a:ln w="12700" cap="flat" cmpd="sng" algn="ctr">
            <a:solidFill>
              <a:srgbClr val="000000"/>
            </a:solidFill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548000259" name="شكل بيضاوي 1548000258"/>
          <p:cNvSpPr/>
          <p:nvPr/>
        </p:nvSpPr>
        <p:spPr bwMode="auto">
          <a:xfrm>
            <a:off x="7974051" y="3267017"/>
            <a:ext cx="268500" cy="290412"/>
          </a:xfrm>
          <a:prstGeom prst="ellipse">
            <a:avLst/>
          </a:prstGeom>
          <a:solidFill>
            <a:schemeClr val="tx1"/>
          </a:solidFill>
          <a:ln w="12700" cap="flat" cmpd="sng" algn="ctr">
            <a:solidFill>
              <a:srgbClr val="000000"/>
            </a:solidFill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074660823" name="شكل بيضاوي 2074660822"/>
          <p:cNvSpPr/>
          <p:nvPr/>
        </p:nvSpPr>
        <p:spPr bwMode="auto">
          <a:xfrm>
            <a:off x="5873248" y="4000056"/>
            <a:ext cx="268500" cy="290412"/>
          </a:xfrm>
          <a:prstGeom prst="ellipse">
            <a:avLst/>
          </a:prstGeom>
          <a:solidFill>
            <a:schemeClr val="tx1"/>
          </a:solidFill>
          <a:ln w="12700" cap="flat" cmpd="sng" algn="ctr">
            <a:solidFill>
              <a:srgbClr val="000000"/>
            </a:solidFill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855821" name="شكل بيضاوي 1855820"/>
          <p:cNvSpPr/>
          <p:nvPr/>
        </p:nvSpPr>
        <p:spPr bwMode="auto">
          <a:xfrm>
            <a:off x="6410250" y="4000056"/>
            <a:ext cx="268500" cy="290412"/>
          </a:xfrm>
          <a:prstGeom prst="ellipse">
            <a:avLst/>
          </a:prstGeom>
          <a:solidFill>
            <a:schemeClr val="tx1"/>
          </a:solidFill>
          <a:ln w="12700" cap="flat" cmpd="sng" algn="ctr">
            <a:solidFill>
              <a:srgbClr val="000000"/>
            </a:solidFill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329040165" name="شكل بيضاوي 1329040164"/>
          <p:cNvSpPr/>
          <p:nvPr/>
        </p:nvSpPr>
        <p:spPr bwMode="auto">
          <a:xfrm>
            <a:off x="5873248" y="4580880"/>
            <a:ext cx="268500" cy="290412"/>
          </a:xfrm>
          <a:prstGeom prst="ellipse">
            <a:avLst/>
          </a:prstGeom>
          <a:solidFill>
            <a:schemeClr val="tx1"/>
          </a:solidFill>
          <a:ln w="12700" cap="flat" cmpd="sng" algn="ctr">
            <a:solidFill>
              <a:srgbClr val="000000"/>
            </a:solidFill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034923255" name="شكل بيضاوي 2034923254"/>
          <p:cNvSpPr/>
          <p:nvPr/>
        </p:nvSpPr>
        <p:spPr bwMode="auto">
          <a:xfrm>
            <a:off x="6410250" y="4580880"/>
            <a:ext cx="268500" cy="290412"/>
          </a:xfrm>
          <a:prstGeom prst="ellipse">
            <a:avLst/>
          </a:prstGeom>
          <a:solidFill>
            <a:schemeClr val="tx1"/>
          </a:solidFill>
          <a:ln w="12700" cap="flat" cmpd="sng" algn="ctr">
            <a:solidFill>
              <a:srgbClr val="000000"/>
            </a:solidFill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558899634" name="شكل بيضاوي 1558899633"/>
          <p:cNvSpPr/>
          <p:nvPr/>
        </p:nvSpPr>
        <p:spPr bwMode="auto">
          <a:xfrm>
            <a:off x="6141749" y="4290468"/>
            <a:ext cx="268500" cy="290412"/>
          </a:xfrm>
          <a:prstGeom prst="ellipse">
            <a:avLst/>
          </a:prstGeom>
          <a:solidFill>
            <a:schemeClr val="tx1"/>
          </a:solidFill>
          <a:ln w="12700" cap="flat" cmpd="sng" algn="ctr">
            <a:solidFill>
              <a:srgbClr val="000000"/>
            </a:solidFill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91877832" name="شكل بيضاوي 891877831"/>
          <p:cNvSpPr/>
          <p:nvPr/>
        </p:nvSpPr>
        <p:spPr bwMode="auto">
          <a:xfrm>
            <a:off x="7416695" y="4000056"/>
            <a:ext cx="268500" cy="290412"/>
          </a:xfrm>
          <a:prstGeom prst="ellipse">
            <a:avLst/>
          </a:prstGeom>
          <a:solidFill>
            <a:schemeClr val="tx1"/>
          </a:solidFill>
          <a:ln w="12700" cap="flat" cmpd="sng" algn="ctr">
            <a:solidFill>
              <a:srgbClr val="000000"/>
            </a:solidFill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903353525" name="شكل بيضاوي 1903353524"/>
          <p:cNvSpPr/>
          <p:nvPr/>
        </p:nvSpPr>
        <p:spPr bwMode="auto">
          <a:xfrm>
            <a:off x="7421890" y="4362272"/>
            <a:ext cx="268500" cy="290412"/>
          </a:xfrm>
          <a:prstGeom prst="ellipse">
            <a:avLst/>
          </a:prstGeom>
          <a:solidFill>
            <a:schemeClr val="tx1"/>
          </a:solidFill>
          <a:ln w="12700" cap="flat" cmpd="sng" algn="ctr">
            <a:solidFill>
              <a:srgbClr val="000000"/>
            </a:solidFill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202564755" name="شكل بيضاوي 1202564754"/>
          <p:cNvSpPr/>
          <p:nvPr/>
        </p:nvSpPr>
        <p:spPr bwMode="auto">
          <a:xfrm>
            <a:off x="7421890" y="4717427"/>
            <a:ext cx="268500" cy="290412"/>
          </a:xfrm>
          <a:prstGeom prst="ellipse">
            <a:avLst/>
          </a:prstGeom>
          <a:solidFill>
            <a:schemeClr val="tx1"/>
          </a:solidFill>
          <a:ln w="12700" cap="flat" cmpd="sng" algn="ctr">
            <a:solidFill>
              <a:srgbClr val="000000"/>
            </a:solidFill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18162955" name="شكل بيضاوي 718162954"/>
          <p:cNvSpPr/>
          <p:nvPr/>
        </p:nvSpPr>
        <p:spPr bwMode="auto">
          <a:xfrm>
            <a:off x="7968856" y="3996591"/>
            <a:ext cx="268500" cy="290412"/>
          </a:xfrm>
          <a:prstGeom prst="ellipse">
            <a:avLst/>
          </a:prstGeom>
          <a:solidFill>
            <a:schemeClr val="tx1"/>
          </a:solidFill>
          <a:ln w="12700" cap="flat" cmpd="sng" algn="ctr">
            <a:solidFill>
              <a:srgbClr val="000000"/>
            </a:solidFill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013808856" name="شكل بيضاوي 2013808855"/>
          <p:cNvSpPr/>
          <p:nvPr/>
        </p:nvSpPr>
        <p:spPr bwMode="auto">
          <a:xfrm>
            <a:off x="7974051" y="4358808"/>
            <a:ext cx="268500" cy="290412"/>
          </a:xfrm>
          <a:prstGeom prst="ellipse">
            <a:avLst/>
          </a:prstGeom>
          <a:solidFill>
            <a:schemeClr val="tx1"/>
          </a:solidFill>
          <a:ln w="12700" cap="flat" cmpd="sng" algn="ctr">
            <a:solidFill>
              <a:srgbClr val="000000"/>
            </a:solidFill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00958666" name="شكل بيضاوي 1100958665"/>
          <p:cNvSpPr/>
          <p:nvPr/>
        </p:nvSpPr>
        <p:spPr bwMode="auto">
          <a:xfrm>
            <a:off x="7974051" y="4713963"/>
            <a:ext cx="268500" cy="290412"/>
          </a:xfrm>
          <a:prstGeom prst="ellipse">
            <a:avLst/>
          </a:prstGeom>
          <a:solidFill>
            <a:schemeClr val="tx1"/>
          </a:solidFill>
          <a:ln w="12700" cap="flat" cmpd="sng" algn="ctr">
            <a:solidFill>
              <a:srgbClr val="000000"/>
            </a:solidFill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cxnSp>
        <p:nvCxnSpPr>
          <p:cNvPr id="1821452063" name="رابط مستقيم 1821452062"/>
          <p:cNvCxnSpPr/>
          <p:nvPr/>
        </p:nvCxnSpPr>
        <p:spPr bwMode="auto">
          <a:xfrm>
            <a:off x="7350124" y="3778249"/>
            <a:ext cx="1000125" cy="0"/>
          </a:xfrm>
          <a:prstGeom prst="line">
            <a:avLst/>
          </a:prstGeom>
          <a:ln w="76200" cap="flat" cmpd="sng" algn="ctr">
            <a:solidFill>
              <a:schemeClr val="tx1"/>
            </a:solidFill>
            <a:prstDash val="solid"/>
            <a:miter lim="800000"/>
          </a:ln>
        </p:spPr>
        <p:style>
          <a:lnRef idx="1">
            <a:schemeClr val="accent1">
              <a:shade val="50000"/>
            </a:schemeClr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67509017" name="رابط مستقيم 1167509016"/>
          <p:cNvCxnSpPr/>
          <p:nvPr/>
        </p:nvCxnSpPr>
        <p:spPr bwMode="auto">
          <a:xfrm>
            <a:off x="5757499" y="3773124"/>
            <a:ext cx="1000125" cy="0"/>
          </a:xfrm>
          <a:prstGeom prst="line">
            <a:avLst/>
          </a:prstGeom>
          <a:ln w="76200" cap="flat" cmpd="sng" algn="ctr">
            <a:solidFill>
              <a:schemeClr val="tx1"/>
            </a:solidFill>
            <a:prstDash val="solid"/>
            <a:miter lim="800000"/>
          </a:ln>
        </p:spPr>
        <p:style>
          <a:lnRef idx="1">
            <a:schemeClr val="accent1">
              <a:shade val="50000"/>
            </a:schemeClr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67412395" name="رابط مستقيم 1767412394"/>
          <p:cNvCxnSpPr/>
          <p:nvPr/>
        </p:nvCxnSpPr>
        <p:spPr bwMode="auto">
          <a:xfrm>
            <a:off x="4217624" y="3804874"/>
            <a:ext cx="1000125" cy="0"/>
          </a:xfrm>
          <a:prstGeom prst="line">
            <a:avLst/>
          </a:prstGeom>
          <a:ln w="76200" cap="flat" cmpd="sng" algn="ctr">
            <a:solidFill>
              <a:schemeClr val="tx1"/>
            </a:solidFill>
            <a:prstDash val="solid"/>
            <a:miter lim="800000"/>
          </a:ln>
        </p:spPr>
        <p:style>
          <a:lnRef idx="1">
            <a:schemeClr val="accent1">
              <a:shade val="50000"/>
            </a:schemeClr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2508552" name="رابط مستقيم 232508551"/>
          <p:cNvCxnSpPr/>
          <p:nvPr/>
        </p:nvCxnSpPr>
        <p:spPr bwMode="auto">
          <a:xfrm>
            <a:off x="2635499" y="3810249"/>
            <a:ext cx="1000125" cy="0"/>
          </a:xfrm>
          <a:prstGeom prst="line">
            <a:avLst/>
          </a:prstGeom>
          <a:ln w="76200" cap="flat" cmpd="sng" algn="ctr">
            <a:solidFill>
              <a:schemeClr val="tx1"/>
            </a:solidFill>
            <a:prstDash val="solid"/>
            <a:miter lim="800000"/>
          </a:ln>
        </p:spPr>
        <p:style>
          <a:lnRef idx="1">
            <a:schemeClr val="accent1">
              <a:shade val="50000"/>
            </a:schemeClr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mc:AlternateContent xmlns:mc="http://schemas.openxmlformats.org/markup-compatibility/2006">
    <mc:Choice xmlns="" xmlns:m="http://schemas.openxmlformats.org/officeDocument/2006/math" xmlns:w="http://schemas.openxmlformats.org/wordprocessingml/2006/main" xmlns:p159="http://schemas.microsoft.com/office/powerpoint/2015/09/main" xmlns:p14="http://schemas.microsoft.com/office/powerpoint/2010/main" Requires="p159">
      <p:transition p14:dur="500" advClick="1"/>
    </mc:Choice>
    <mc:Fallback>
      <p:transition/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عنوان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ar-SA" dirty="0"/>
          </a:p>
        </p:txBody>
      </p:sp>
      <p:grpSp>
        <p:nvGrpSpPr>
          <p:cNvPr id="7" name="مجموعة 6"/>
          <p:cNvGrpSpPr/>
          <p:nvPr/>
        </p:nvGrpSpPr>
        <p:grpSpPr>
          <a:xfrm>
            <a:off x="9495881" y="2036982"/>
            <a:ext cx="1507468" cy="2571768"/>
            <a:chOff x="3571876" y="3571868"/>
            <a:chExt cx="1507468" cy="2571768"/>
          </a:xfrm>
        </p:grpSpPr>
        <p:sp>
          <p:nvSpPr>
            <p:cNvPr id="8" name="نصف إطار 7"/>
            <p:cNvSpPr/>
            <p:nvPr/>
          </p:nvSpPr>
          <p:spPr>
            <a:xfrm rot="10800000" flipH="1">
              <a:off x="3571877" y="4704552"/>
              <a:ext cx="1457323" cy="1437167"/>
            </a:xfrm>
            <a:prstGeom prst="halfFrame">
              <a:avLst>
                <a:gd name="adj1" fmla="val 20513"/>
                <a:gd name="adj2" fmla="val 23140"/>
              </a:avLst>
            </a:prstGeom>
            <a:noFill/>
            <a:ln w="57150">
              <a:solidFill>
                <a:schemeClr val="tx1"/>
              </a:solidFill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1" anchor="ctr"/>
            <a:lstStyle/>
            <a:p>
              <a:pPr algn="ctr"/>
              <a:endParaRPr lang="ar-SA">
                <a:ln>
                  <a:solidFill>
                    <a:sysClr val="windowText" lastClr="0080FF"/>
                  </a:solidFill>
                </a:ln>
                <a:solidFill>
                  <a:schemeClr val="tx1"/>
                </a:solidFill>
              </a:endParaRPr>
            </a:p>
          </p:txBody>
        </p:sp>
        <p:sp>
          <p:nvSpPr>
            <p:cNvPr id="9" name="مستطيل 8"/>
            <p:cNvSpPr/>
            <p:nvPr/>
          </p:nvSpPr>
          <p:spPr>
            <a:xfrm>
              <a:off x="3571876" y="4705352"/>
              <a:ext cx="1500198" cy="320614"/>
            </a:xfrm>
            <a:prstGeom prst="rect">
              <a:avLst/>
            </a:prstGeom>
            <a:noFill/>
            <a:ln w="57150">
              <a:solidFill>
                <a:schemeClr val="tx1"/>
              </a:solidFill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1" anchor="ctr"/>
            <a:lstStyle/>
            <a:p>
              <a:pPr algn="ctr"/>
              <a:endParaRPr lang="ar-SA">
                <a:ln>
                  <a:solidFill>
                    <a:sysClr val="windowText" lastClr="0080FF"/>
                  </a:solidFill>
                </a:ln>
              </a:endParaRPr>
            </a:p>
          </p:txBody>
        </p:sp>
        <p:sp>
          <p:nvSpPr>
            <p:cNvPr id="10" name="نصف إطار 9"/>
            <p:cNvSpPr/>
            <p:nvPr/>
          </p:nvSpPr>
          <p:spPr>
            <a:xfrm>
              <a:off x="3571876" y="3571868"/>
              <a:ext cx="1501200" cy="1441749"/>
            </a:xfrm>
            <a:prstGeom prst="halfFrame">
              <a:avLst>
                <a:gd name="adj1" fmla="val 20513"/>
                <a:gd name="adj2" fmla="val 23140"/>
              </a:avLst>
            </a:prstGeom>
            <a:noFill/>
            <a:ln w="57150">
              <a:solidFill>
                <a:schemeClr val="tx1"/>
              </a:solidFill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1" anchor="ctr"/>
            <a:lstStyle/>
            <a:p>
              <a:pPr algn="ctr"/>
              <a:endParaRPr lang="ar-SA">
                <a:ln>
                  <a:solidFill>
                    <a:sysClr val="windowText" lastClr="0080FF"/>
                  </a:solidFill>
                </a:ln>
                <a:solidFill>
                  <a:schemeClr val="tx1"/>
                </a:solidFill>
              </a:endParaRPr>
            </a:p>
          </p:txBody>
        </p:sp>
        <p:sp>
          <p:nvSpPr>
            <p:cNvPr id="11" name="مستطيل 10"/>
            <p:cNvSpPr/>
            <p:nvPr/>
          </p:nvSpPr>
          <p:spPr>
            <a:xfrm>
              <a:off x="4755344" y="4714876"/>
              <a:ext cx="324000" cy="1428760"/>
            </a:xfrm>
            <a:prstGeom prst="rect">
              <a:avLst/>
            </a:prstGeom>
            <a:noFill/>
            <a:ln w="57150">
              <a:solidFill>
                <a:schemeClr val="tx1"/>
              </a:solidFill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1" anchor="ctr"/>
            <a:lstStyle/>
            <a:p>
              <a:pPr algn="ctr"/>
              <a:endParaRPr lang="ar-SA">
                <a:ln>
                  <a:solidFill>
                    <a:sysClr val="windowText" lastClr="0080FF"/>
                  </a:solidFill>
                </a:ln>
              </a:endParaRPr>
            </a:p>
          </p:txBody>
        </p:sp>
      </p:grpSp>
      <p:grpSp>
        <p:nvGrpSpPr>
          <p:cNvPr id="51" name="مجموعة 50"/>
          <p:cNvGrpSpPr/>
          <p:nvPr/>
        </p:nvGrpSpPr>
        <p:grpSpPr>
          <a:xfrm>
            <a:off x="2570598" y="2872547"/>
            <a:ext cx="4804064" cy="1948451"/>
            <a:chOff x="2570598" y="2872547"/>
            <a:chExt cx="4804064" cy="1948451"/>
          </a:xfrm>
        </p:grpSpPr>
        <p:grpSp>
          <p:nvGrpSpPr>
            <p:cNvPr id="38" name="مجموعة 37"/>
            <p:cNvGrpSpPr/>
            <p:nvPr/>
          </p:nvGrpSpPr>
          <p:grpSpPr>
            <a:xfrm>
              <a:off x="3794282" y="2873828"/>
              <a:ext cx="1115096" cy="1940766"/>
              <a:chOff x="3794282" y="2873828"/>
              <a:chExt cx="1115096" cy="1940766"/>
            </a:xfrm>
          </p:grpSpPr>
          <p:sp>
            <p:nvSpPr>
              <p:cNvPr id="18" name="مستطيل 17"/>
              <p:cNvSpPr/>
              <p:nvPr/>
            </p:nvSpPr>
            <p:spPr>
              <a:xfrm>
                <a:off x="3794285" y="4594527"/>
                <a:ext cx="1115093" cy="220067"/>
              </a:xfrm>
              <a:prstGeom prst="rect">
                <a:avLst/>
              </a:prstGeom>
              <a:solidFill>
                <a:srgbClr val="00FFFF"/>
              </a:solidFill>
              <a:ln w="57150">
                <a:solidFill>
                  <a:schemeClr val="tx1"/>
                </a:solidFill>
              </a:ln>
            </p:spPr>
            <p:style>
              <a:lnRef idx="2">
                <a:schemeClr val="dk1">
                  <a:shade val="50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1" anchor="ctr"/>
              <a:lstStyle/>
              <a:p>
                <a:pPr algn="ctr"/>
                <a:endParaRPr lang="ar-SA">
                  <a:ln>
                    <a:solidFill>
                      <a:sysClr val="windowText" lastClr="0080FF"/>
                    </a:solidFill>
                  </a:ln>
                </a:endParaRPr>
              </a:p>
            </p:txBody>
          </p:sp>
          <p:sp>
            <p:nvSpPr>
              <p:cNvPr id="20" name="مستطيل 19"/>
              <p:cNvSpPr/>
              <p:nvPr/>
            </p:nvSpPr>
            <p:spPr>
              <a:xfrm>
                <a:off x="4669101" y="2883238"/>
                <a:ext cx="239687" cy="1926741"/>
              </a:xfrm>
              <a:prstGeom prst="rect">
                <a:avLst/>
              </a:prstGeom>
              <a:solidFill>
                <a:srgbClr val="00FFFF"/>
              </a:solidFill>
              <a:ln w="57150">
                <a:solidFill>
                  <a:schemeClr val="tx1"/>
                </a:solidFill>
              </a:ln>
            </p:spPr>
            <p:style>
              <a:lnRef idx="2">
                <a:schemeClr val="dk1">
                  <a:shade val="50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1" anchor="ctr"/>
              <a:lstStyle/>
              <a:p>
                <a:pPr algn="ctr"/>
                <a:endParaRPr lang="ar-SA">
                  <a:ln>
                    <a:solidFill>
                      <a:sysClr val="windowText" lastClr="0080FF"/>
                    </a:solidFill>
                  </a:ln>
                </a:endParaRPr>
              </a:p>
            </p:txBody>
          </p:sp>
          <p:sp>
            <p:nvSpPr>
              <p:cNvPr id="21" name="مستطيل 20"/>
              <p:cNvSpPr/>
              <p:nvPr/>
            </p:nvSpPr>
            <p:spPr>
              <a:xfrm>
                <a:off x="3794915" y="2883234"/>
                <a:ext cx="239687" cy="1926741"/>
              </a:xfrm>
              <a:prstGeom prst="rect">
                <a:avLst/>
              </a:prstGeom>
              <a:solidFill>
                <a:srgbClr val="00FFFF"/>
              </a:solidFill>
              <a:ln w="57150">
                <a:solidFill>
                  <a:schemeClr val="tx1"/>
                </a:solidFill>
              </a:ln>
            </p:spPr>
            <p:style>
              <a:lnRef idx="2">
                <a:schemeClr val="dk1">
                  <a:shade val="50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1" anchor="ctr"/>
              <a:lstStyle/>
              <a:p>
                <a:pPr algn="ctr"/>
                <a:endParaRPr lang="ar-SA">
                  <a:ln>
                    <a:solidFill>
                      <a:sysClr val="windowText" lastClr="0080FF"/>
                    </a:solidFill>
                  </a:ln>
                </a:endParaRPr>
              </a:p>
            </p:txBody>
          </p:sp>
          <p:sp>
            <p:nvSpPr>
              <p:cNvPr id="22" name="مستطيل 21"/>
              <p:cNvSpPr/>
              <p:nvPr/>
            </p:nvSpPr>
            <p:spPr>
              <a:xfrm>
                <a:off x="3794282" y="2873828"/>
                <a:ext cx="1115093" cy="220067"/>
              </a:xfrm>
              <a:prstGeom prst="rect">
                <a:avLst/>
              </a:prstGeom>
              <a:solidFill>
                <a:srgbClr val="00FFFF"/>
              </a:solidFill>
              <a:ln w="57150">
                <a:solidFill>
                  <a:schemeClr val="tx1"/>
                </a:solidFill>
              </a:ln>
            </p:spPr>
            <p:style>
              <a:lnRef idx="2">
                <a:schemeClr val="dk1">
                  <a:shade val="50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1" anchor="ctr"/>
              <a:lstStyle/>
              <a:p>
                <a:pPr algn="ctr"/>
                <a:endParaRPr lang="ar-SA">
                  <a:ln>
                    <a:solidFill>
                      <a:sysClr val="windowText" lastClr="0080FF"/>
                    </a:solidFill>
                  </a:ln>
                </a:endParaRPr>
              </a:p>
            </p:txBody>
          </p:sp>
        </p:grpSp>
        <p:grpSp>
          <p:nvGrpSpPr>
            <p:cNvPr id="39" name="مجموعة 38"/>
            <p:cNvGrpSpPr/>
            <p:nvPr/>
          </p:nvGrpSpPr>
          <p:grpSpPr>
            <a:xfrm>
              <a:off x="2570598" y="2872547"/>
              <a:ext cx="1122147" cy="1939488"/>
              <a:chOff x="2570598" y="2872547"/>
              <a:chExt cx="1122147" cy="1939488"/>
            </a:xfrm>
          </p:grpSpPr>
          <p:sp>
            <p:nvSpPr>
              <p:cNvPr id="33" name="مستطيل 32"/>
              <p:cNvSpPr/>
              <p:nvPr/>
            </p:nvSpPr>
            <p:spPr>
              <a:xfrm>
                <a:off x="2571225" y="2872547"/>
                <a:ext cx="1115095" cy="220067"/>
              </a:xfrm>
              <a:prstGeom prst="rect">
                <a:avLst/>
              </a:prstGeom>
              <a:solidFill>
                <a:srgbClr val="00FFFF"/>
              </a:solidFill>
              <a:ln w="57150">
                <a:solidFill>
                  <a:schemeClr val="tx1"/>
                </a:solidFill>
              </a:ln>
            </p:spPr>
            <p:style>
              <a:lnRef idx="2">
                <a:schemeClr val="dk1">
                  <a:shade val="50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1" anchor="ctr"/>
              <a:lstStyle/>
              <a:p>
                <a:pPr algn="ctr"/>
                <a:endParaRPr lang="ar-SA">
                  <a:ln>
                    <a:solidFill>
                      <a:sysClr val="windowText" lastClr="0080FF"/>
                    </a:solidFill>
                  </a:ln>
                </a:endParaRPr>
              </a:p>
            </p:txBody>
          </p:sp>
          <p:sp>
            <p:nvSpPr>
              <p:cNvPr id="34" name="مستطيل 33"/>
              <p:cNvSpPr/>
              <p:nvPr/>
            </p:nvSpPr>
            <p:spPr>
              <a:xfrm>
                <a:off x="3447854" y="2874272"/>
                <a:ext cx="239687" cy="975429"/>
              </a:xfrm>
              <a:prstGeom prst="rect">
                <a:avLst/>
              </a:prstGeom>
              <a:solidFill>
                <a:srgbClr val="00FFFF"/>
              </a:solidFill>
              <a:ln w="57150">
                <a:solidFill>
                  <a:schemeClr val="tx1"/>
                </a:solidFill>
              </a:ln>
            </p:spPr>
            <p:style>
              <a:lnRef idx="2">
                <a:schemeClr val="dk1">
                  <a:shade val="50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1" anchor="ctr"/>
              <a:lstStyle/>
              <a:p>
                <a:pPr algn="ctr"/>
                <a:endParaRPr lang="ar-SA">
                  <a:ln>
                    <a:solidFill>
                      <a:sysClr val="windowText" lastClr="0080FF"/>
                    </a:solidFill>
                  </a:ln>
                </a:endParaRPr>
              </a:p>
            </p:txBody>
          </p:sp>
          <p:sp>
            <p:nvSpPr>
              <p:cNvPr id="35" name="مستطيل 34"/>
              <p:cNvSpPr/>
              <p:nvPr/>
            </p:nvSpPr>
            <p:spPr>
              <a:xfrm>
                <a:off x="2571248" y="3832532"/>
                <a:ext cx="1115093" cy="220067"/>
              </a:xfrm>
              <a:prstGeom prst="rect">
                <a:avLst/>
              </a:prstGeom>
              <a:solidFill>
                <a:srgbClr val="00FFFF"/>
              </a:solidFill>
              <a:ln w="57150">
                <a:solidFill>
                  <a:schemeClr val="tx1"/>
                </a:solidFill>
              </a:ln>
            </p:spPr>
            <p:style>
              <a:lnRef idx="2">
                <a:schemeClr val="dk1">
                  <a:shade val="50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1" anchor="ctr"/>
              <a:lstStyle/>
              <a:p>
                <a:pPr algn="ctr"/>
                <a:endParaRPr lang="ar-SA">
                  <a:ln>
                    <a:solidFill>
                      <a:sysClr val="windowText" lastClr="0080FF"/>
                    </a:solidFill>
                  </a:ln>
                </a:endParaRPr>
              </a:p>
            </p:txBody>
          </p:sp>
          <p:sp>
            <p:nvSpPr>
              <p:cNvPr id="36" name="مستطيل 35"/>
              <p:cNvSpPr/>
              <p:nvPr/>
            </p:nvSpPr>
            <p:spPr>
              <a:xfrm>
                <a:off x="2570598" y="3842017"/>
                <a:ext cx="239687" cy="959220"/>
              </a:xfrm>
              <a:prstGeom prst="rect">
                <a:avLst/>
              </a:prstGeom>
              <a:solidFill>
                <a:srgbClr val="00FFFF"/>
              </a:solidFill>
              <a:ln w="57150">
                <a:solidFill>
                  <a:schemeClr val="tx1"/>
                </a:solidFill>
              </a:ln>
            </p:spPr>
            <p:style>
              <a:lnRef idx="2">
                <a:schemeClr val="dk1">
                  <a:shade val="50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1" anchor="ctr"/>
              <a:lstStyle/>
              <a:p>
                <a:pPr algn="ctr"/>
                <a:endParaRPr lang="ar-SA">
                  <a:ln>
                    <a:solidFill>
                      <a:sysClr val="windowText" lastClr="0080FF"/>
                    </a:solidFill>
                  </a:ln>
                </a:endParaRPr>
              </a:p>
            </p:txBody>
          </p:sp>
          <p:sp>
            <p:nvSpPr>
              <p:cNvPr id="37" name="مستطيل 36"/>
              <p:cNvSpPr/>
              <p:nvPr/>
            </p:nvSpPr>
            <p:spPr>
              <a:xfrm>
                <a:off x="2577652" y="4591968"/>
                <a:ext cx="1115093" cy="220067"/>
              </a:xfrm>
              <a:prstGeom prst="rect">
                <a:avLst/>
              </a:prstGeom>
              <a:solidFill>
                <a:srgbClr val="00FFFF"/>
              </a:solidFill>
              <a:ln w="57150">
                <a:solidFill>
                  <a:schemeClr val="tx1"/>
                </a:solidFill>
              </a:ln>
            </p:spPr>
            <p:style>
              <a:lnRef idx="2">
                <a:schemeClr val="dk1">
                  <a:shade val="50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1" anchor="ctr"/>
              <a:lstStyle/>
              <a:p>
                <a:pPr algn="ctr"/>
                <a:endParaRPr lang="ar-SA">
                  <a:ln>
                    <a:solidFill>
                      <a:sysClr val="windowText" lastClr="0080FF"/>
                    </a:solidFill>
                  </a:ln>
                </a:endParaRPr>
              </a:p>
            </p:txBody>
          </p:sp>
        </p:grpSp>
        <p:grpSp>
          <p:nvGrpSpPr>
            <p:cNvPr id="40" name="مجموعة 39"/>
            <p:cNvGrpSpPr/>
            <p:nvPr/>
          </p:nvGrpSpPr>
          <p:grpSpPr>
            <a:xfrm>
              <a:off x="6259566" y="2880232"/>
              <a:ext cx="1115096" cy="1940766"/>
              <a:chOff x="3794282" y="2873828"/>
              <a:chExt cx="1115096" cy="1940766"/>
            </a:xfrm>
          </p:grpSpPr>
          <p:sp>
            <p:nvSpPr>
              <p:cNvPr id="41" name="مستطيل 40"/>
              <p:cNvSpPr/>
              <p:nvPr/>
            </p:nvSpPr>
            <p:spPr>
              <a:xfrm>
                <a:off x="3794285" y="4594527"/>
                <a:ext cx="1115093" cy="220067"/>
              </a:xfrm>
              <a:prstGeom prst="rect">
                <a:avLst/>
              </a:prstGeom>
              <a:solidFill>
                <a:srgbClr val="00FFFF"/>
              </a:solidFill>
              <a:ln w="57150">
                <a:solidFill>
                  <a:schemeClr val="tx1"/>
                </a:solidFill>
              </a:ln>
            </p:spPr>
            <p:style>
              <a:lnRef idx="2">
                <a:schemeClr val="dk1">
                  <a:shade val="50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1" anchor="ctr"/>
              <a:lstStyle/>
              <a:p>
                <a:pPr algn="ctr"/>
                <a:endParaRPr lang="ar-SA">
                  <a:ln>
                    <a:solidFill>
                      <a:sysClr val="windowText" lastClr="0080FF"/>
                    </a:solidFill>
                  </a:ln>
                </a:endParaRPr>
              </a:p>
            </p:txBody>
          </p:sp>
          <p:sp>
            <p:nvSpPr>
              <p:cNvPr id="42" name="مستطيل 41"/>
              <p:cNvSpPr/>
              <p:nvPr/>
            </p:nvSpPr>
            <p:spPr>
              <a:xfrm>
                <a:off x="4669101" y="2883238"/>
                <a:ext cx="239687" cy="1926741"/>
              </a:xfrm>
              <a:prstGeom prst="rect">
                <a:avLst/>
              </a:prstGeom>
              <a:solidFill>
                <a:srgbClr val="00FFFF"/>
              </a:solidFill>
              <a:ln w="57150">
                <a:solidFill>
                  <a:schemeClr val="tx1"/>
                </a:solidFill>
              </a:ln>
            </p:spPr>
            <p:style>
              <a:lnRef idx="2">
                <a:schemeClr val="dk1">
                  <a:shade val="50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1" anchor="ctr"/>
              <a:lstStyle/>
              <a:p>
                <a:pPr algn="ctr"/>
                <a:endParaRPr lang="ar-SA">
                  <a:ln>
                    <a:solidFill>
                      <a:sysClr val="windowText" lastClr="0080FF"/>
                    </a:solidFill>
                  </a:ln>
                </a:endParaRPr>
              </a:p>
            </p:txBody>
          </p:sp>
          <p:sp>
            <p:nvSpPr>
              <p:cNvPr id="43" name="مستطيل 42"/>
              <p:cNvSpPr/>
              <p:nvPr/>
            </p:nvSpPr>
            <p:spPr>
              <a:xfrm>
                <a:off x="3794915" y="2883234"/>
                <a:ext cx="239687" cy="1926741"/>
              </a:xfrm>
              <a:prstGeom prst="rect">
                <a:avLst/>
              </a:prstGeom>
              <a:solidFill>
                <a:srgbClr val="00FFFF"/>
              </a:solidFill>
              <a:ln w="57150">
                <a:solidFill>
                  <a:schemeClr val="tx1"/>
                </a:solidFill>
              </a:ln>
            </p:spPr>
            <p:style>
              <a:lnRef idx="2">
                <a:schemeClr val="dk1">
                  <a:shade val="50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1" anchor="ctr"/>
              <a:lstStyle/>
              <a:p>
                <a:pPr algn="ctr"/>
                <a:endParaRPr lang="ar-SA">
                  <a:ln>
                    <a:solidFill>
                      <a:sysClr val="windowText" lastClr="0080FF"/>
                    </a:solidFill>
                  </a:ln>
                </a:endParaRPr>
              </a:p>
            </p:txBody>
          </p:sp>
          <p:sp>
            <p:nvSpPr>
              <p:cNvPr id="44" name="مستطيل 43"/>
              <p:cNvSpPr/>
              <p:nvPr/>
            </p:nvSpPr>
            <p:spPr>
              <a:xfrm>
                <a:off x="3794282" y="2873828"/>
                <a:ext cx="1115093" cy="220067"/>
              </a:xfrm>
              <a:prstGeom prst="rect">
                <a:avLst/>
              </a:prstGeom>
              <a:solidFill>
                <a:srgbClr val="00FFFF"/>
              </a:solidFill>
              <a:ln w="57150">
                <a:solidFill>
                  <a:schemeClr val="tx1"/>
                </a:solidFill>
              </a:ln>
            </p:spPr>
            <p:style>
              <a:lnRef idx="2">
                <a:schemeClr val="dk1">
                  <a:shade val="50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1" anchor="ctr"/>
              <a:lstStyle/>
              <a:p>
                <a:pPr algn="ctr"/>
                <a:endParaRPr lang="ar-SA">
                  <a:ln>
                    <a:solidFill>
                      <a:sysClr val="windowText" lastClr="0080FF"/>
                    </a:solidFill>
                  </a:ln>
                </a:endParaRPr>
              </a:p>
            </p:txBody>
          </p:sp>
        </p:grpSp>
        <p:grpSp>
          <p:nvGrpSpPr>
            <p:cNvPr id="45" name="مجموعة 44"/>
            <p:cNvGrpSpPr/>
            <p:nvPr/>
          </p:nvGrpSpPr>
          <p:grpSpPr>
            <a:xfrm>
              <a:off x="5028198" y="2878951"/>
              <a:ext cx="1122147" cy="1939488"/>
              <a:chOff x="2570598" y="2872547"/>
              <a:chExt cx="1122147" cy="1939488"/>
            </a:xfrm>
          </p:grpSpPr>
          <p:sp>
            <p:nvSpPr>
              <p:cNvPr id="46" name="مستطيل 45"/>
              <p:cNvSpPr/>
              <p:nvPr/>
            </p:nvSpPr>
            <p:spPr>
              <a:xfrm>
                <a:off x="2571225" y="2872547"/>
                <a:ext cx="1115095" cy="220067"/>
              </a:xfrm>
              <a:prstGeom prst="rect">
                <a:avLst/>
              </a:prstGeom>
              <a:solidFill>
                <a:srgbClr val="00FFFF"/>
              </a:solidFill>
              <a:ln w="57150">
                <a:solidFill>
                  <a:schemeClr val="tx1"/>
                </a:solidFill>
              </a:ln>
            </p:spPr>
            <p:style>
              <a:lnRef idx="2">
                <a:schemeClr val="dk1">
                  <a:shade val="50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1" anchor="ctr"/>
              <a:lstStyle/>
              <a:p>
                <a:pPr algn="ctr"/>
                <a:endParaRPr lang="ar-SA">
                  <a:ln>
                    <a:solidFill>
                      <a:sysClr val="windowText" lastClr="0080FF"/>
                    </a:solidFill>
                  </a:ln>
                </a:endParaRPr>
              </a:p>
            </p:txBody>
          </p:sp>
          <p:sp>
            <p:nvSpPr>
              <p:cNvPr id="47" name="مستطيل 46"/>
              <p:cNvSpPr/>
              <p:nvPr/>
            </p:nvSpPr>
            <p:spPr>
              <a:xfrm>
                <a:off x="3447854" y="2874272"/>
                <a:ext cx="239687" cy="975429"/>
              </a:xfrm>
              <a:prstGeom prst="rect">
                <a:avLst/>
              </a:prstGeom>
              <a:solidFill>
                <a:srgbClr val="00FFFF"/>
              </a:solidFill>
              <a:ln w="57150">
                <a:solidFill>
                  <a:schemeClr val="tx1"/>
                </a:solidFill>
              </a:ln>
            </p:spPr>
            <p:style>
              <a:lnRef idx="2">
                <a:schemeClr val="dk1">
                  <a:shade val="50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1" anchor="ctr"/>
              <a:lstStyle/>
              <a:p>
                <a:pPr algn="ctr"/>
                <a:endParaRPr lang="ar-SA">
                  <a:ln>
                    <a:solidFill>
                      <a:sysClr val="windowText" lastClr="0080FF"/>
                    </a:solidFill>
                  </a:ln>
                </a:endParaRPr>
              </a:p>
            </p:txBody>
          </p:sp>
          <p:sp>
            <p:nvSpPr>
              <p:cNvPr id="48" name="مستطيل 47"/>
              <p:cNvSpPr/>
              <p:nvPr/>
            </p:nvSpPr>
            <p:spPr>
              <a:xfrm>
                <a:off x="2571248" y="3832532"/>
                <a:ext cx="1115093" cy="220067"/>
              </a:xfrm>
              <a:prstGeom prst="rect">
                <a:avLst/>
              </a:prstGeom>
              <a:solidFill>
                <a:srgbClr val="00FFFF"/>
              </a:solidFill>
              <a:ln w="57150">
                <a:solidFill>
                  <a:schemeClr val="tx1"/>
                </a:solidFill>
              </a:ln>
            </p:spPr>
            <p:style>
              <a:lnRef idx="2">
                <a:schemeClr val="dk1">
                  <a:shade val="50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1" anchor="ctr"/>
              <a:lstStyle/>
              <a:p>
                <a:pPr algn="ctr"/>
                <a:endParaRPr lang="ar-SA">
                  <a:ln>
                    <a:solidFill>
                      <a:sysClr val="windowText" lastClr="0080FF"/>
                    </a:solidFill>
                  </a:ln>
                </a:endParaRPr>
              </a:p>
            </p:txBody>
          </p:sp>
          <p:sp>
            <p:nvSpPr>
              <p:cNvPr id="49" name="مستطيل 48"/>
              <p:cNvSpPr/>
              <p:nvPr/>
            </p:nvSpPr>
            <p:spPr>
              <a:xfrm>
                <a:off x="2570598" y="3842017"/>
                <a:ext cx="239687" cy="959220"/>
              </a:xfrm>
              <a:prstGeom prst="rect">
                <a:avLst/>
              </a:prstGeom>
              <a:solidFill>
                <a:srgbClr val="00FFFF"/>
              </a:solidFill>
              <a:ln w="57150">
                <a:solidFill>
                  <a:schemeClr val="tx1"/>
                </a:solidFill>
              </a:ln>
            </p:spPr>
            <p:style>
              <a:lnRef idx="2">
                <a:schemeClr val="dk1">
                  <a:shade val="50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1" anchor="ctr"/>
              <a:lstStyle/>
              <a:p>
                <a:pPr algn="ctr"/>
                <a:endParaRPr lang="ar-SA">
                  <a:ln>
                    <a:solidFill>
                      <a:sysClr val="windowText" lastClr="0080FF"/>
                    </a:solidFill>
                  </a:ln>
                </a:endParaRPr>
              </a:p>
            </p:txBody>
          </p:sp>
          <p:sp>
            <p:nvSpPr>
              <p:cNvPr id="50" name="مستطيل 49"/>
              <p:cNvSpPr/>
              <p:nvPr/>
            </p:nvSpPr>
            <p:spPr>
              <a:xfrm>
                <a:off x="2577652" y="4591968"/>
                <a:ext cx="1115093" cy="220067"/>
              </a:xfrm>
              <a:prstGeom prst="rect">
                <a:avLst/>
              </a:prstGeom>
              <a:solidFill>
                <a:srgbClr val="00FFFF"/>
              </a:solidFill>
              <a:ln w="57150">
                <a:solidFill>
                  <a:schemeClr val="tx1"/>
                </a:solidFill>
              </a:ln>
            </p:spPr>
            <p:style>
              <a:lnRef idx="2">
                <a:schemeClr val="dk1">
                  <a:shade val="50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1" anchor="ctr"/>
              <a:lstStyle/>
              <a:p>
                <a:pPr algn="ctr"/>
                <a:endParaRPr lang="ar-SA">
                  <a:ln>
                    <a:solidFill>
                      <a:sysClr val="windowText" lastClr="0080FF"/>
                    </a:solidFill>
                  </a:ln>
                </a:endParaRPr>
              </a:p>
            </p:txBody>
          </p:sp>
        </p:grpSp>
      </p:grp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عنوان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ar-SA" dirty="0"/>
          </a:p>
        </p:txBody>
      </p:sp>
      <p:grpSp>
        <p:nvGrpSpPr>
          <p:cNvPr id="3" name="مجموعة 6"/>
          <p:cNvGrpSpPr/>
          <p:nvPr/>
        </p:nvGrpSpPr>
        <p:grpSpPr>
          <a:xfrm>
            <a:off x="9495881" y="2036982"/>
            <a:ext cx="1507468" cy="2571768"/>
            <a:chOff x="3571876" y="3571868"/>
            <a:chExt cx="1507468" cy="2571768"/>
          </a:xfrm>
        </p:grpSpPr>
        <p:sp>
          <p:nvSpPr>
            <p:cNvPr id="8" name="نصف إطار 7"/>
            <p:cNvSpPr/>
            <p:nvPr/>
          </p:nvSpPr>
          <p:spPr>
            <a:xfrm rot="10800000" flipH="1">
              <a:off x="3571877" y="4704552"/>
              <a:ext cx="1457323" cy="1437167"/>
            </a:xfrm>
            <a:prstGeom prst="halfFrame">
              <a:avLst>
                <a:gd name="adj1" fmla="val 20513"/>
                <a:gd name="adj2" fmla="val 23140"/>
              </a:avLst>
            </a:prstGeom>
            <a:noFill/>
            <a:ln w="57150">
              <a:solidFill>
                <a:schemeClr val="tx1"/>
              </a:solidFill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1" anchor="ctr"/>
            <a:lstStyle/>
            <a:p>
              <a:pPr algn="ctr"/>
              <a:endParaRPr lang="ar-SA">
                <a:ln>
                  <a:solidFill>
                    <a:sysClr val="windowText" lastClr="0080FF"/>
                  </a:solidFill>
                </a:ln>
                <a:solidFill>
                  <a:schemeClr val="tx1"/>
                </a:solidFill>
              </a:endParaRPr>
            </a:p>
          </p:txBody>
        </p:sp>
        <p:sp>
          <p:nvSpPr>
            <p:cNvPr id="9" name="مستطيل 8"/>
            <p:cNvSpPr/>
            <p:nvPr/>
          </p:nvSpPr>
          <p:spPr>
            <a:xfrm>
              <a:off x="3571876" y="4705352"/>
              <a:ext cx="1500198" cy="320614"/>
            </a:xfrm>
            <a:prstGeom prst="rect">
              <a:avLst/>
            </a:prstGeom>
            <a:noFill/>
            <a:ln w="57150">
              <a:solidFill>
                <a:schemeClr val="tx1"/>
              </a:solidFill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1" anchor="ctr"/>
            <a:lstStyle/>
            <a:p>
              <a:pPr algn="ctr"/>
              <a:endParaRPr lang="ar-SA">
                <a:ln>
                  <a:solidFill>
                    <a:sysClr val="windowText" lastClr="0080FF"/>
                  </a:solidFill>
                </a:ln>
              </a:endParaRPr>
            </a:p>
          </p:txBody>
        </p:sp>
        <p:sp>
          <p:nvSpPr>
            <p:cNvPr id="10" name="نصف إطار 9"/>
            <p:cNvSpPr/>
            <p:nvPr/>
          </p:nvSpPr>
          <p:spPr>
            <a:xfrm>
              <a:off x="3571876" y="3571868"/>
              <a:ext cx="1501200" cy="1441749"/>
            </a:xfrm>
            <a:prstGeom prst="halfFrame">
              <a:avLst>
                <a:gd name="adj1" fmla="val 20513"/>
                <a:gd name="adj2" fmla="val 23140"/>
              </a:avLst>
            </a:prstGeom>
            <a:noFill/>
            <a:ln w="57150">
              <a:solidFill>
                <a:schemeClr val="tx1"/>
              </a:solidFill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1" anchor="ctr"/>
            <a:lstStyle/>
            <a:p>
              <a:pPr algn="ctr"/>
              <a:endParaRPr lang="ar-SA">
                <a:ln>
                  <a:solidFill>
                    <a:sysClr val="windowText" lastClr="0080FF"/>
                  </a:solidFill>
                </a:ln>
                <a:solidFill>
                  <a:schemeClr val="tx1"/>
                </a:solidFill>
              </a:endParaRPr>
            </a:p>
          </p:txBody>
        </p:sp>
        <p:sp>
          <p:nvSpPr>
            <p:cNvPr id="11" name="مستطيل 10"/>
            <p:cNvSpPr/>
            <p:nvPr/>
          </p:nvSpPr>
          <p:spPr>
            <a:xfrm>
              <a:off x="4755344" y="4714876"/>
              <a:ext cx="324000" cy="1428760"/>
            </a:xfrm>
            <a:prstGeom prst="rect">
              <a:avLst/>
            </a:prstGeom>
            <a:noFill/>
            <a:ln w="57150">
              <a:solidFill>
                <a:schemeClr val="tx1"/>
              </a:solidFill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1" anchor="ctr"/>
            <a:lstStyle/>
            <a:p>
              <a:pPr algn="ctr"/>
              <a:endParaRPr lang="ar-SA">
                <a:ln>
                  <a:solidFill>
                    <a:sysClr val="windowText" lastClr="0080FF"/>
                  </a:solidFill>
                </a:ln>
              </a:endParaRPr>
            </a:p>
          </p:txBody>
        </p:sp>
      </p:grpSp>
      <p:grpSp>
        <p:nvGrpSpPr>
          <p:cNvPr id="4" name="مجموعة 50"/>
          <p:cNvGrpSpPr/>
          <p:nvPr/>
        </p:nvGrpSpPr>
        <p:grpSpPr>
          <a:xfrm>
            <a:off x="2570598" y="2872547"/>
            <a:ext cx="4803474" cy="1945892"/>
            <a:chOff x="2570598" y="2872547"/>
            <a:chExt cx="4803474" cy="1945892"/>
          </a:xfrm>
        </p:grpSpPr>
        <p:grpSp>
          <p:nvGrpSpPr>
            <p:cNvPr id="5" name="مجموعة 37"/>
            <p:cNvGrpSpPr/>
            <p:nvPr/>
          </p:nvGrpSpPr>
          <p:grpSpPr>
            <a:xfrm>
              <a:off x="3794282" y="2873828"/>
              <a:ext cx="1115096" cy="1940766"/>
              <a:chOff x="3794282" y="2873828"/>
              <a:chExt cx="1115096" cy="1940766"/>
            </a:xfrm>
          </p:grpSpPr>
          <p:sp>
            <p:nvSpPr>
              <p:cNvPr id="18" name="مستطيل 17"/>
              <p:cNvSpPr/>
              <p:nvPr/>
            </p:nvSpPr>
            <p:spPr>
              <a:xfrm>
                <a:off x="3794285" y="4594527"/>
                <a:ext cx="1115093" cy="220067"/>
              </a:xfrm>
              <a:prstGeom prst="rect">
                <a:avLst/>
              </a:prstGeom>
              <a:solidFill>
                <a:srgbClr val="00FFFF"/>
              </a:solidFill>
              <a:ln w="57150">
                <a:solidFill>
                  <a:schemeClr val="tx1"/>
                </a:solidFill>
              </a:ln>
            </p:spPr>
            <p:style>
              <a:lnRef idx="2">
                <a:schemeClr val="dk1">
                  <a:shade val="50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1" anchor="ctr"/>
              <a:lstStyle/>
              <a:p>
                <a:pPr algn="ctr"/>
                <a:endParaRPr lang="ar-SA">
                  <a:ln>
                    <a:solidFill>
                      <a:sysClr val="windowText" lastClr="0080FF"/>
                    </a:solidFill>
                  </a:ln>
                </a:endParaRPr>
              </a:p>
            </p:txBody>
          </p:sp>
          <p:sp>
            <p:nvSpPr>
              <p:cNvPr id="20" name="مستطيل 19"/>
              <p:cNvSpPr/>
              <p:nvPr/>
            </p:nvSpPr>
            <p:spPr>
              <a:xfrm>
                <a:off x="4669101" y="2883238"/>
                <a:ext cx="239687" cy="1926741"/>
              </a:xfrm>
              <a:prstGeom prst="rect">
                <a:avLst/>
              </a:prstGeom>
              <a:solidFill>
                <a:srgbClr val="00FFFF"/>
              </a:solidFill>
              <a:ln w="57150">
                <a:solidFill>
                  <a:schemeClr val="tx1"/>
                </a:solidFill>
              </a:ln>
            </p:spPr>
            <p:style>
              <a:lnRef idx="2">
                <a:schemeClr val="dk1">
                  <a:shade val="50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1" anchor="ctr"/>
              <a:lstStyle/>
              <a:p>
                <a:pPr algn="ctr"/>
                <a:endParaRPr lang="ar-SA">
                  <a:ln>
                    <a:solidFill>
                      <a:sysClr val="windowText" lastClr="0080FF"/>
                    </a:solidFill>
                  </a:ln>
                </a:endParaRPr>
              </a:p>
            </p:txBody>
          </p:sp>
          <p:sp>
            <p:nvSpPr>
              <p:cNvPr id="21" name="مستطيل 20"/>
              <p:cNvSpPr/>
              <p:nvPr/>
            </p:nvSpPr>
            <p:spPr>
              <a:xfrm>
                <a:off x="3794915" y="2883234"/>
                <a:ext cx="239687" cy="1926741"/>
              </a:xfrm>
              <a:prstGeom prst="rect">
                <a:avLst/>
              </a:prstGeom>
              <a:solidFill>
                <a:srgbClr val="00FFFF"/>
              </a:solidFill>
              <a:ln w="57150">
                <a:solidFill>
                  <a:schemeClr val="tx1"/>
                </a:solidFill>
              </a:ln>
            </p:spPr>
            <p:style>
              <a:lnRef idx="2">
                <a:schemeClr val="dk1">
                  <a:shade val="50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1" anchor="ctr"/>
              <a:lstStyle/>
              <a:p>
                <a:pPr algn="ctr"/>
                <a:endParaRPr lang="ar-SA">
                  <a:ln>
                    <a:solidFill>
                      <a:sysClr val="windowText" lastClr="0080FF"/>
                    </a:solidFill>
                  </a:ln>
                </a:endParaRPr>
              </a:p>
            </p:txBody>
          </p:sp>
          <p:sp>
            <p:nvSpPr>
              <p:cNvPr id="22" name="مستطيل 21"/>
              <p:cNvSpPr/>
              <p:nvPr/>
            </p:nvSpPr>
            <p:spPr>
              <a:xfrm>
                <a:off x="3794282" y="2873828"/>
                <a:ext cx="1115093" cy="220067"/>
              </a:xfrm>
              <a:prstGeom prst="rect">
                <a:avLst/>
              </a:prstGeom>
              <a:solidFill>
                <a:srgbClr val="00FFFF"/>
              </a:solidFill>
              <a:ln w="57150">
                <a:solidFill>
                  <a:schemeClr val="tx1"/>
                </a:solidFill>
              </a:ln>
            </p:spPr>
            <p:style>
              <a:lnRef idx="2">
                <a:schemeClr val="dk1">
                  <a:shade val="50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1" anchor="ctr"/>
              <a:lstStyle/>
              <a:p>
                <a:pPr algn="ctr"/>
                <a:endParaRPr lang="ar-SA">
                  <a:ln>
                    <a:solidFill>
                      <a:sysClr val="windowText" lastClr="0080FF"/>
                    </a:solidFill>
                  </a:ln>
                </a:endParaRPr>
              </a:p>
            </p:txBody>
          </p:sp>
        </p:grpSp>
        <p:grpSp>
          <p:nvGrpSpPr>
            <p:cNvPr id="6" name="مجموعة 38"/>
            <p:cNvGrpSpPr/>
            <p:nvPr/>
          </p:nvGrpSpPr>
          <p:grpSpPr>
            <a:xfrm>
              <a:off x="2570598" y="2872547"/>
              <a:ext cx="1122147" cy="1939488"/>
              <a:chOff x="2570598" y="2872547"/>
              <a:chExt cx="1122147" cy="1939488"/>
            </a:xfrm>
          </p:grpSpPr>
          <p:sp>
            <p:nvSpPr>
              <p:cNvPr id="33" name="مستطيل 32"/>
              <p:cNvSpPr/>
              <p:nvPr/>
            </p:nvSpPr>
            <p:spPr>
              <a:xfrm>
                <a:off x="2571225" y="2872547"/>
                <a:ext cx="1115095" cy="220067"/>
              </a:xfrm>
              <a:prstGeom prst="rect">
                <a:avLst/>
              </a:prstGeom>
              <a:solidFill>
                <a:srgbClr val="00FFFF"/>
              </a:solidFill>
              <a:ln w="57150">
                <a:solidFill>
                  <a:schemeClr val="tx1"/>
                </a:solidFill>
              </a:ln>
            </p:spPr>
            <p:style>
              <a:lnRef idx="2">
                <a:schemeClr val="dk1">
                  <a:shade val="50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1" anchor="ctr"/>
              <a:lstStyle/>
              <a:p>
                <a:pPr algn="ctr"/>
                <a:endParaRPr lang="ar-SA">
                  <a:ln>
                    <a:solidFill>
                      <a:sysClr val="windowText" lastClr="0080FF"/>
                    </a:solidFill>
                  </a:ln>
                </a:endParaRPr>
              </a:p>
            </p:txBody>
          </p:sp>
          <p:sp>
            <p:nvSpPr>
              <p:cNvPr id="34" name="مستطيل 33"/>
              <p:cNvSpPr/>
              <p:nvPr/>
            </p:nvSpPr>
            <p:spPr>
              <a:xfrm>
                <a:off x="3447854" y="2874272"/>
                <a:ext cx="239687" cy="975429"/>
              </a:xfrm>
              <a:prstGeom prst="rect">
                <a:avLst/>
              </a:prstGeom>
              <a:solidFill>
                <a:srgbClr val="00FFFF"/>
              </a:solidFill>
              <a:ln w="57150">
                <a:solidFill>
                  <a:schemeClr val="tx1"/>
                </a:solidFill>
              </a:ln>
            </p:spPr>
            <p:style>
              <a:lnRef idx="2">
                <a:schemeClr val="dk1">
                  <a:shade val="50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1" anchor="ctr"/>
              <a:lstStyle/>
              <a:p>
                <a:pPr algn="ctr"/>
                <a:endParaRPr lang="ar-SA">
                  <a:ln>
                    <a:solidFill>
                      <a:sysClr val="windowText" lastClr="0080FF"/>
                    </a:solidFill>
                  </a:ln>
                </a:endParaRPr>
              </a:p>
            </p:txBody>
          </p:sp>
          <p:sp>
            <p:nvSpPr>
              <p:cNvPr id="35" name="مستطيل 34"/>
              <p:cNvSpPr/>
              <p:nvPr/>
            </p:nvSpPr>
            <p:spPr>
              <a:xfrm>
                <a:off x="2571248" y="3832532"/>
                <a:ext cx="1115093" cy="220067"/>
              </a:xfrm>
              <a:prstGeom prst="rect">
                <a:avLst/>
              </a:prstGeom>
              <a:solidFill>
                <a:srgbClr val="00FFFF"/>
              </a:solidFill>
              <a:ln w="57150">
                <a:solidFill>
                  <a:schemeClr val="tx1"/>
                </a:solidFill>
              </a:ln>
            </p:spPr>
            <p:style>
              <a:lnRef idx="2">
                <a:schemeClr val="dk1">
                  <a:shade val="50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1" anchor="ctr"/>
              <a:lstStyle/>
              <a:p>
                <a:pPr algn="ctr"/>
                <a:endParaRPr lang="ar-SA">
                  <a:ln>
                    <a:solidFill>
                      <a:sysClr val="windowText" lastClr="0080FF"/>
                    </a:solidFill>
                  </a:ln>
                </a:endParaRPr>
              </a:p>
            </p:txBody>
          </p:sp>
          <p:sp>
            <p:nvSpPr>
              <p:cNvPr id="36" name="مستطيل 35"/>
              <p:cNvSpPr/>
              <p:nvPr/>
            </p:nvSpPr>
            <p:spPr>
              <a:xfrm>
                <a:off x="2570598" y="3842017"/>
                <a:ext cx="239687" cy="959220"/>
              </a:xfrm>
              <a:prstGeom prst="rect">
                <a:avLst/>
              </a:prstGeom>
              <a:solidFill>
                <a:srgbClr val="00FFFF"/>
              </a:solidFill>
              <a:ln w="57150">
                <a:solidFill>
                  <a:schemeClr val="tx1"/>
                </a:solidFill>
              </a:ln>
            </p:spPr>
            <p:style>
              <a:lnRef idx="2">
                <a:schemeClr val="dk1">
                  <a:shade val="50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1" anchor="ctr"/>
              <a:lstStyle/>
              <a:p>
                <a:pPr algn="ctr"/>
                <a:endParaRPr lang="ar-SA">
                  <a:ln>
                    <a:solidFill>
                      <a:sysClr val="windowText" lastClr="0080FF"/>
                    </a:solidFill>
                  </a:ln>
                </a:endParaRPr>
              </a:p>
            </p:txBody>
          </p:sp>
          <p:sp>
            <p:nvSpPr>
              <p:cNvPr id="37" name="مستطيل 36"/>
              <p:cNvSpPr/>
              <p:nvPr/>
            </p:nvSpPr>
            <p:spPr>
              <a:xfrm>
                <a:off x="2577652" y="4591968"/>
                <a:ext cx="1115093" cy="220067"/>
              </a:xfrm>
              <a:prstGeom prst="rect">
                <a:avLst/>
              </a:prstGeom>
              <a:solidFill>
                <a:srgbClr val="00FFFF"/>
              </a:solidFill>
              <a:ln w="57150">
                <a:solidFill>
                  <a:schemeClr val="tx1"/>
                </a:solidFill>
              </a:ln>
            </p:spPr>
            <p:style>
              <a:lnRef idx="2">
                <a:schemeClr val="dk1">
                  <a:shade val="50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1" anchor="ctr"/>
              <a:lstStyle/>
              <a:p>
                <a:pPr algn="ctr"/>
                <a:endParaRPr lang="ar-SA">
                  <a:ln>
                    <a:solidFill>
                      <a:sysClr val="windowText" lastClr="0080FF"/>
                    </a:solidFill>
                  </a:ln>
                </a:endParaRPr>
              </a:p>
            </p:txBody>
          </p:sp>
        </p:grpSp>
        <p:sp>
          <p:nvSpPr>
            <p:cNvPr id="42" name="مستطيل 41"/>
            <p:cNvSpPr/>
            <p:nvPr/>
          </p:nvSpPr>
          <p:spPr>
            <a:xfrm>
              <a:off x="7134385" y="2889642"/>
              <a:ext cx="239687" cy="1926741"/>
            </a:xfrm>
            <a:prstGeom prst="rect">
              <a:avLst/>
            </a:prstGeom>
            <a:solidFill>
              <a:srgbClr val="00FFFF"/>
            </a:solidFill>
            <a:ln w="57150">
              <a:solidFill>
                <a:schemeClr val="tx1"/>
              </a:solidFill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1" anchor="ctr"/>
            <a:lstStyle/>
            <a:p>
              <a:pPr algn="ctr"/>
              <a:endParaRPr lang="ar-SA">
                <a:ln>
                  <a:solidFill>
                    <a:sysClr val="windowText" lastClr="0080FF"/>
                  </a:solidFill>
                </a:ln>
              </a:endParaRPr>
            </a:p>
          </p:txBody>
        </p:sp>
        <p:grpSp>
          <p:nvGrpSpPr>
            <p:cNvPr id="12" name="مجموعة 44"/>
            <p:cNvGrpSpPr/>
            <p:nvPr/>
          </p:nvGrpSpPr>
          <p:grpSpPr>
            <a:xfrm>
              <a:off x="5028198" y="2878951"/>
              <a:ext cx="1122147" cy="1939488"/>
              <a:chOff x="2570598" y="2872547"/>
              <a:chExt cx="1122147" cy="1939488"/>
            </a:xfrm>
          </p:grpSpPr>
          <p:sp>
            <p:nvSpPr>
              <p:cNvPr id="46" name="مستطيل 45"/>
              <p:cNvSpPr/>
              <p:nvPr/>
            </p:nvSpPr>
            <p:spPr>
              <a:xfrm>
                <a:off x="2571225" y="2872547"/>
                <a:ext cx="1115095" cy="220067"/>
              </a:xfrm>
              <a:prstGeom prst="rect">
                <a:avLst/>
              </a:prstGeom>
              <a:solidFill>
                <a:srgbClr val="00FFFF"/>
              </a:solidFill>
              <a:ln w="57150">
                <a:solidFill>
                  <a:schemeClr val="tx1"/>
                </a:solidFill>
              </a:ln>
            </p:spPr>
            <p:style>
              <a:lnRef idx="2">
                <a:schemeClr val="dk1">
                  <a:shade val="50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1" anchor="ctr"/>
              <a:lstStyle/>
              <a:p>
                <a:pPr algn="ctr"/>
                <a:endParaRPr lang="ar-SA">
                  <a:ln>
                    <a:solidFill>
                      <a:sysClr val="windowText" lastClr="0080FF"/>
                    </a:solidFill>
                  </a:ln>
                </a:endParaRPr>
              </a:p>
            </p:txBody>
          </p:sp>
          <p:sp>
            <p:nvSpPr>
              <p:cNvPr id="47" name="مستطيل 46"/>
              <p:cNvSpPr/>
              <p:nvPr/>
            </p:nvSpPr>
            <p:spPr>
              <a:xfrm>
                <a:off x="3447854" y="2874272"/>
                <a:ext cx="239687" cy="975429"/>
              </a:xfrm>
              <a:prstGeom prst="rect">
                <a:avLst/>
              </a:prstGeom>
              <a:solidFill>
                <a:srgbClr val="00FFFF"/>
              </a:solidFill>
              <a:ln w="57150">
                <a:solidFill>
                  <a:schemeClr val="tx1"/>
                </a:solidFill>
              </a:ln>
            </p:spPr>
            <p:style>
              <a:lnRef idx="2">
                <a:schemeClr val="dk1">
                  <a:shade val="50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1" anchor="ctr"/>
              <a:lstStyle/>
              <a:p>
                <a:pPr algn="ctr"/>
                <a:endParaRPr lang="ar-SA">
                  <a:ln>
                    <a:solidFill>
                      <a:sysClr val="windowText" lastClr="0080FF"/>
                    </a:solidFill>
                  </a:ln>
                </a:endParaRPr>
              </a:p>
            </p:txBody>
          </p:sp>
          <p:sp>
            <p:nvSpPr>
              <p:cNvPr id="48" name="مستطيل 47"/>
              <p:cNvSpPr/>
              <p:nvPr/>
            </p:nvSpPr>
            <p:spPr>
              <a:xfrm>
                <a:off x="2571248" y="3832532"/>
                <a:ext cx="1115093" cy="220067"/>
              </a:xfrm>
              <a:prstGeom prst="rect">
                <a:avLst/>
              </a:prstGeom>
              <a:solidFill>
                <a:srgbClr val="00FFFF"/>
              </a:solidFill>
              <a:ln w="57150">
                <a:solidFill>
                  <a:schemeClr val="tx1"/>
                </a:solidFill>
              </a:ln>
            </p:spPr>
            <p:style>
              <a:lnRef idx="2">
                <a:schemeClr val="dk1">
                  <a:shade val="50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1" anchor="ctr"/>
              <a:lstStyle/>
              <a:p>
                <a:pPr algn="ctr"/>
                <a:endParaRPr lang="ar-SA">
                  <a:ln>
                    <a:solidFill>
                      <a:sysClr val="windowText" lastClr="0080FF"/>
                    </a:solidFill>
                  </a:ln>
                </a:endParaRPr>
              </a:p>
            </p:txBody>
          </p:sp>
          <p:sp>
            <p:nvSpPr>
              <p:cNvPr id="49" name="مستطيل 48"/>
              <p:cNvSpPr/>
              <p:nvPr/>
            </p:nvSpPr>
            <p:spPr>
              <a:xfrm>
                <a:off x="2570598" y="3842017"/>
                <a:ext cx="239687" cy="959220"/>
              </a:xfrm>
              <a:prstGeom prst="rect">
                <a:avLst/>
              </a:prstGeom>
              <a:solidFill>
                <a:srgbClr val="00FFFF"/>
              </a:solidFill>
              <a:ln w="57150">
                <a:solidFill>
                  <a:schemeClr val="tx1"/>
                </a:solidFill>
              </a:ln>
            </p:spPr>
            <p:style>
              <a:lnRef idx="2">
                <a:schemeClr val="dk1">
                  <a:shade val="50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1" anchor="ctr"/>
              <a:lstStyle/>
              <a:p>
                <a:pPr algn="ctr"/>
                <a:endParaRPr lang="ar-SA">
                  <a:ln>
                    <a:solidFill>
                      <a:sysClr val="windowText" lastClr="0080FF"/>
                    </a:solidFill>
                  </a:ln>
                </a:endParaRPr>
              </a:p>
            </p:txBody>
          </p:sp>
          <p:sp>
            <p:nvSpPr>
              <p:cNvPr id="50" name="مستطيل 49"/>
              <p:cNvSpPr/>
              <p:nvPr/>
            </p:nvSpPr>
            <p:spPr>
              <a:xfrm>
                <a:off x="2577652" y="4591968"/>
                <a:ext cx="1115093" cy="220067"/>
              </a:xfrm>
              <a:prstGeom prst="rect">
                <a:avLst/>
              </a:prstGeom>
              <a:solidFill>
                <a:srgbClr val="00FFFF"/>
              </a:solidFill>
              <a:ln w="57150">
                <a:solidFill>
                  <a:schemeClr val="tx1"/>
                </a:solidFill>
              </a:ln>
            </p:spPr>
            <p:style>
              <a:lnRef idx="2">
                <a:schemeClr val="dk1">
                  <a:shade val="50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1" anchor="ctr"/>
              <a:lstStyle/>
              <a:p>
                <a:pPr algn="ctr"/>
                <a:endParaRPr lang="ar-SA">
                  <a:ln>
                    <a:solidFill>
                      <a:sysClr val="windowText" lastClr="0080FF"/>
                    </a:solidFill>
                  </a:ln>
                </a:endParaRPr>
              </a:p>
            </p:txBody>
          </p:sp>
        </p:grpSp>
      </p:grp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عنوان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ar-SA" dirty="0"/>
          </a:p>
        </p:txBody>
      </p:sp>
      <p:grpSp>
        <p:nvGrpSpPr>
          <p:cNvPr id="3" name="مجموعة 6"/>
          <p:cNvGrpSpPr/>
          <p:nvPr/>
        </p:nvGrpSpPr>
        <p:grpSpPr>
          <a:xfrm>
            <a:off x="9495881" y="2036982"/>
            <a:ext cx="1507468" cy="2571768"/>
            <a:chOff x="3571876" y="3571868"/>
            <a:chExt cx="1507468" cy="2571768"/>
          </a:xfrm>
        </p:grpSpPr>
        <p:sp>
          <p:nvSpPr>
            <p:cNvPr id="8" name="نصف إطار 7"/>
            <p:cNvSpPr/>
            <p:nvPr/>
          </p:nvSpPr>
          <p:spPr>
            <a:xfrm rot="10800000" flipH="1">
              <a:off x="3571877" y="4704552"/>
              <a:ext cx="1457323" cy="1437167"/>
            </a:xfrm>
            <a:prstGeom prst="halfFrame">
              <a:avLst>
                <a:gd name="adj1" fmla="val 20513"/>
                <a:gd name="adj2" fmla="val 23140"/>
              </a:avLst>
            </a:prstGeom>
            <a:noFill/>
            <a:ln w="57150">
              <a:solidFill>
                <a:schemeClr val="tx1"/>
              </a:solidFill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1" anchor="ctr"/>
            <a:lstStyle/>
            <a:p>
              <a:pPr algn="ctr"/>
              <a:endParaRPr lang="ar-SA">
                <a:ln>
                  <a:solidFill>
                    <a:sysClr val="windowText" lastClr="0080FF"/>
                  </a:solidFill>
                </a:ln>
                <a:solidFill>
                  <a:schemeClr val="tx1"/>
                </a:solidFill>
              </a:endParaRPr>
            </a:p>
          </p:txBody>
        </p:sp>
        <p:sp>
          <p:nvSpPr>
            <p:cNvPr id="9" name="مستطيل 8"/>
            <p:cNvSpPr/>
            <p:nvPr/>
          </p:nvSpPr>
          <p:spPr>
            <a:xfrm>
              <a:off x="3571876" y="4705352"/>
              <a:ext cx="1500198" cy="320614"/>
            </a:xfrm>
            <a:prstGeom prst="rect">
              <a:avLst/>
            </a:prstGeom>
            <a:noFill/>
            <a:ln w="57150">
              <a:solidFill>
                <a:schemeClr val="tx1"/>
              </a:solidFill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1" anchor="ctr"/>
            <a:lstStyle/>
            <a:p>
              <a:pPr algn="ctr"/>
              <a:endParaRPr lang="ar-SA">
                <a:ln>
                  <a:solidFill>
                    <a:sysClr val="windowText" lastClr="0080FF"/>
                  </a:solidFill>
                </a:ln>
              </a:endParaRPr>
            </a:p>
          </p:txBody>
        </p:sp>
        <p:sp>
          <p:nvSpPr>
            <p:cNvPr id="10" name="نصف إطار 9"/>
            <p:cNvSpPr/>
            <p:nvPr/>
          </p:nvSpPr>
          <p:spPr>
            <a:xfrm>
              <a:off x="3571876" y="3571868"/>
              <a:ext cx="1501200" cy="1441749"/>
            </a:xfrm>
            <a:prstGeom prst="halfFrame">
              <a:avLst>
                <a:gd name="adj1" fmla="val 20513"/>
                <a:gd name="adj2" fmla="val 23140"/>
              </a:avLst>
            </a:prstGeom>
            <a:noFill/>
            <a:ln w="57150">
              <a:solidFill>
                <a:schemeClr val="tx1"/>
              </a:solidFill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1" anchor="ctr"/>
            <a:lstStyle/>
            <a:p>
              <a:pPr algn="ctr"/>
              <a:endParaRPr lang="ar-SA">
                <a:ln>
                  <a:solidFill>
                    <a:sysClr val="windowText" lastClr="0080FF"/>
                  </a:solidFill>
                </a:ln>
                <a:solidFill>
                  <a:schemeClr val="tx1"/>
                </a:solidFill>
              </a:endParaRPr>
            </a:p>
          </p:txBody>
        </p:sp>
        <p:sp>
          <p:nvSpPr>
            <p:cNvPr id="11" name="مستطيل 10"/>
            <p:cNvSpPr/>
            <p:nvPr/>
          </p:nvSpPr>
          <p:spPr>
            <a:xfrm>
              <a:off x="4755344" y="4714876"/>
              <a:ext cx="324000" cy="1428760"/>
            </a:xfrm>
            <a:prstGeom prst="rect">
              <a:avLst/>
            </a:prstGeom>
            <a:noFill/>
            <a:ln w="57150">
              <a:solidFill>
                <a:schemeClr val="tx1"/>
              </a:solidFill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1" anchor="ctr"/>
            <a:lstStyle/>
            <a:p>
              <a:pPr algn="ctr"/>
              <a:endParaRPr lang="ar-SA">
                <a:ln>
                  <a:solidFill>
                    <a:sysClr val="windowText" lastClr="0080FF"/>
                  </a:solidFill>
                </a:ln>
              </a:endParaRPr>
            </a:p>
          </p:txBody>
        </p:sp>
      </p:grpSp>
      <p:grpSp>
        <p:nvGrpSpPr>
          <p:cNvPr id="51" name="مجموعة 50"/>
          <p:cNvGrpSpPr/>
          <p:nvPr/>
        </p:nvGrpSpPr>
        <p:grpSpPr>
          <a:xfrm>
            <a:off x="2570598" y="2872547"/>
            <a:ext cx="4807912" cy="1952295"/>
            <a:chOff x="2570598" y="2872547"/>
            <a:chExt cx="4807912" cy="1952295"/>
          </a:xfrm>
        </p:grpSpPr>
        <p:sp>
          <p:nvSpPr>
            <p:cNvPr id="32" name="مستطيل 31"/>
            <p:cNvSpPr/>
            <p:nvPr/>
          </p:nvSpPr>
          <p:spPr>
            <a:xfrm>
              <a:off x="6256990" y="2885354"/>
              <a:ext cx="1115095" cy="220067"/>
            </a:xfrm>
            <a:prstGeom prst="rect">
              <a:avLst/>
            </a:prstGeom>
            <a:solidFill>
              <a:srgbClr val="00FFFF"/>
            </a:solidFill>
            <a:ln w="57150">
              <a:solidFill>
                <a:schemeClr val="tx1"/>
              </a:solidFill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1" anchor="ctr"/>
            <a:lstStyle/>
            <a:p>
              <a:pPr algn="ctr"/>
              <a:endParaRPr lang="ar-SA">
                <a:ln>
                  <a:solidFill>
                    <a:sysClr val="windowText" lastClr="0080FF"/>
                  </a:solidFill>
                </a:ln>
              </a:endParaRPr>
            </a:p>
          </p:txBody>
        </p:sp>
        <p:grpSp>
          <p:nvGrpSpPr>
            <p:cNvPr id="4" name="مجموعة 50"/>
            <p:cNvGrpSpPr/>
            <p:nvPr/>
          </p:nvGrpSpPr>
          <p:grpSpPr>
            <a:xfrm>
              <a:off x="2570598" y="2872547"/>
              <a:ext cx="3579747" cy="1945892"/>
              <a:chOff x="2570598" y="2872547"/>
              <a:chExt cx="3579747" cy="1945892"/>
            </a:xfrm>
          </p:grpSpPr>
          <p:grpSp>
            <p:nvGrpSpPr>
              <p:cNvPr id="5" name="مجموعة 37"/>
              <p:cNvGrpSpPr/>
              <p:nvPr/>
            </p:nvGrpSpPr>
            <p:grpSpPr>
              <a:xfrm>
                <a:off x="3794282" y="2873828"/>
                <a:ext cx="1115096" cy="1940766"/>
                <a:chOff x="3794282" y="2873828"/>
                <a:chExt cx="1115096" cy="1940766"/>
              </a:xfrm>
            </p:grpSpPr>
            <p:sp>
              <p:nvSpPr>
                <p:cNvPr id="18" name="مستطيل 17"/>
                <p:cNvSpPr/>
                <p:nvPr/>
              </p:nvSpPr>
              <p:spPr>
                <a:xfrm>
                  <a:off x="3794285" y="4594527"/>
                  <a:ext cx="1115093" cy="220067"/>
                </a:xfrm>
                <a:prstGeom prst="rect">
                  <a:avLst/>
                </a:prstGeom>
                <a:solidFill>
                  <a:srgbClr val="00FFFF"/>
                </a:solidFill>
                <a:ln w="57150">
                  <a:solidFill>
                    <a:schemeClr val="tx1"/>
                  </a:solidFill>
                </a:ln>
              </p:spPr>
              <p:style>
                <a:lnRef idx="2">
                  <a:schemeClr val="dk1">
                    <a:shade val="50000"/>
                  </a:schemeClr>
                </a:lnRef>
                <a:fillRef idx="1">
                  <a:schemeClr val="dk1"/>
                </a:fillRef>
                <a:effectRef idx="0">
                  <a:schemeClr val="dk1"/>
                </a:effectRef>
                <a:fontRef idx="minor">
                  <a:schemeClr val="lt1"/>
                </a:fontRef>
              </p:style>
              <p:txBody>
                <a:bodyPr rtlCol="1" anchor="ctr"/>
                <a:lstStyle/>
                <a:p>
                  <a:pPr algn="ctr"/>
                  <a:endParaRPr lang="ar-SA">
                    <a:ln>
                      <a:solidFill>
                        <a:sysClr val="windowText" lastClr="0080FF"/>
                      </a:solidFill>
                    </a:ln>
                  </a:endParaRPr>
                </a:p>
              </p:txBody>
            </p:sp>
            <p:sp>
              <p:nvSpPr>
                <p:cNvPr id="20" name="مستطيل 19"/>
                <p:cNvSpPr/>
                <p:nvPr/>
              </p:nvSpPr>
              <p:spPr>
                <a:xfrm>
                  <a:off x="4669101" y="2883238"/>
                  <a:ext cx="239687" cy="1926741"/>
                </a:xfrm>
                <a:prstGeom prst="rect">
                  <a:avLst/>
                </a:prstGeom>
                <a:solidFill>
                  <a:srgbClr val="00FFFF"/>
                </a:solidFill>
                <a:ln w="57150">
                  <a:solidFill>
                    <a:schemeClr val="tx1"/>
                  </a:solidFill>
                </a:ln>
              </p:spPr>
              <p:style>
                <a:lnRef idx="2">
                  <a:schemeClr val="dk1">
                    <a:shade val="50000"/>
                  </a:schemeClr>
                </a:lnRef>
                <a:fillRef idx="1">
                  <a:schemeClr val="dk1"/>
                </a:fillRef>
                <a:effectRef idx="0">
                  <a:schemeClr val="dk1"/>
                </a:effectRef>
                <a:fontRef idx="minor">
                  <a:schemeClr val="lt1"/>
                </a:fontRef>
              </p:style>
              <p:txBody>
                <a:bodyPr rtlCol="1" anchor="ctr"/>
                <a:lstStyle/>
                <a:p>
                  <a:pPr algn="ctr"/>
                  <a:endParaRPr lang="ar-SA">
                    <a:ln>
                      <a:solidFill>
                        <a:sysClr val="windowText" lastClr="0080FF"/>
                      </a:solidFill>
                    </a:ln>
                  </a:endParaRPr>
                </a:p>
              </p:txBody>
            </p:sp>
            <p:sp>
              <p:nvSpPr>
                <p:cNvPr id="21" name="مستطيل 20"/>
                <p:cNvSpPr/>
                <p:nvPr/>
              </p:nvSpPr>
              <p:spPr>
                <a:xfrm>
                  <a:off x="3794915" y="2883234"/>
                  <a:ext cx="239687" cy="1926741"/>
                </a:xfrm>
                <a:prstGeom prst="rect">
                  <a:avLst/>
                </a:prstGeom>
                <a:solidFill>
                  <a:srgbClr val="00FFFF"/>
                </a:solidFill>
                <a:ln w="57150">
                  <a:solidFill>
                    <a:schemeClr val="tx1"/>
                  </a:solidFill>
                </a:ln>
              </p:spPr>
              <p:style>
                <a:lnRef idx="2">
                  <a:schemeClr val="dk1">
                    <a:shade val="50000"/>
                  </a:schemeClr>
                </a:lnRef>
                <a:fillRef idx="1">
                  <a:schemeClr val="dk1"/>
                </a:fillRef>
                <a:effectRef idx="0">
                  <a:schemeClr val="dk1"/>
                </a:effectRef>
                <a:fontRef idx="minor">
                  <a:schemeClr val="lt1"/>
                </a:fontRef>
              </p:style>
              <p:txBody>
                <a:bodyPr rtlCol="1" anchor="ctr"/>
                <a:lstStyle/>
                <a:p>
                  <a:pPr algn="ctr"/>
                  <a:endParaRPr lang="ar-SA">
                    <a:ln>
                      <a:solidFill>
                        <a:sysClr val="windowText" lastClr="0080FF"/>
                      </a:solidFill>
                    </a:ln>
                  </a:endParaRPr>
                </a:p>
              </p:txBody>
            </p:sp>
            <p:sp>
              <p:nvSpPr>
                <p:cNvPr id="22" name="مستطيل 21"/>
                <p:cNvSpPr/>
                <p:nvPr/>
              </p:nvSpPr>
              <p:spPr>
                <a:xfrm>
                  <a:off x="3794282" y="2873828"/>
                  <a:ext cx="1115093" cy="220067"/>
                </a:xfrm>
                <a:prstGeom prst="rect">
                  <a:avLst/>
                </a:prstGeom>
                <a:solidFill>
                  <a:srgbClr val="00FFFF"/>
                </a:solidFill>
                <a:ln w="57150">
                  <a:solidFill>
                    <a:schemeClr val="tx1"/>
                  </a:solidFill>
                </a:ln>
              </p:spPr>
              <p:style>
                <a:lnRef idx="2">
                  <a:schemeClr val="dk1">
                    <a:shade val="50000"/>
                  </a:schemeClr>
                </a:lnRef>
                <a:fillRef idx="1">
                  <a:schemeClr val="dk1"/>
                </a:fillRef>
                <a:effectRef idx="0">
                  <a:schemeClr val="dk1"/>
                </a:effectRef>
                <a:fontRef idx="minor">
                  <a:schemeClr val="lt1"/>
                </a:fontRef>
              </p:style>
              <p:txBody>
                <a:bodyPr rtlCol="1" anchor="ctr"/>
                <a:lstStyle/>
                <a:p>
                  <a:pPr algn="ctr"/>
                  <a:endParaRPr lang="ar-SA">
                    <a:ln>
                      <a:solidFill>
                        <a:sysClr val="windowText" lastClr="0080FF"/>
                      </a:solidFill>
                    </a:ln>
                  </a:endParaRPr>
                </a:p>
              </p:txBody>
            </p:sp>
          </p:grpSp>
          <p:grpSp>
            <p:nvGrpSpPr>
              <p:cNvPr id="6" name="مجموعة 38"/>
              <p:cNvGrpSpPr/>
              <p:nvPr/>
            </p:nvGrpSpPr>
            <p:grpSpPr>
              <a:xfrm>
                <a:off x="2570598" y="2872547"/>
                <a:ext cx="1122147" cy="1939488"/>
                <a:chOff x="2570598" y="2872547"/>
                <a:chExt cx="1122147" cy="1939488"/>
              </a:xfrm>
            </p:grpSpPr>
            <p:sp>
              <p:nvSpPr>
                <p:cNvPr id="33" name="مستطيل 32"/>
                <p:cNvSpPr/>
                <p:nvPr/>
              </p:nvSpPr>
              <p:spPr>
                <a:xfrm>
                  <a:off x="2571225" y="2872547"/>
                  <a:ext cx="1115095" cy="220067"/>
                </a:xfrm>
                <a:prstGeom prst="rect">
                  <a:avLst/>
                </a:prstGeom>
                <a:solidFill>
                  <a:srgbClr val="00FFFF"/>
                </a:solidFill>
                <a:ln w="57150">
                  <a:solidFill>
                    <a:schemeClr val="tx1"/>
                  </a:solidFill>
                </a:ln>
              </p:spPr>
              <p:style>
                <a:lnRef idx="2">
                  <a:schemeClr val="dk1">
                    <a:shade val="50000"/>
                  </a:schemeClr>
                </a:lnRef>
                <a:fillRef idx="1">
                  <a:schemeClr val="dk1"/>
                </a:fillRef>
                <a:effectRef idx="0">
                  <a:schemeClr val="dk1"/>
                </a:effectRef>
                <a:fontRef idx="minor">
                  <a:schemeClr val="lt1"/>
                </a:fontRef>
              </p:style>
              <p:txBody>
                <a:bodyPr rtlCol="1" anchor="ctr"/>
                <a:lstStyle/>
                <a:p>
                  <a:pPr algn="ctr"/>
                  <a:endParaRPr lang="ar-SA">
                    <a:ln>
                      <a:solidFill>
                        <a:sysClr val="windowText" lastClr="0080FF"/>
                      </a:solidFill>
                    </a:ln>
                  </a:endParaRPr>
                </a:p>
              </p:txBody>
            </p:sp>
            <p:sp>
              <p:nvSpPr>
                <p:cNvPr id="34" name="مستطيل 33"/>
                <p:cNvSpPr/>
                <p:nvPr/>
              </p:nvSpPr>
              <p:spPr>
                <a:xfrm>
                  <a:off x="3447854" y="2874272"/>
                  <a:ext cx="239687" cy="975429"/>
                </a:xfrm>
                <a:prstGeom prst="rect">
                  <a:avLst/>
                </a:prstGeom>
                <a:solidFill>
                  <a:srgbClr val="00FFFF"/>
                </a:solidFill>
                <a:ln w="57150">
                  <a:solidFill>
                    <a:schemeClr val="tx1"/>
                  </a:solidFill>
                </a:ln>
              </p:spPr>
              <p:style>
                <a:lnRef idx="2">
                  <a:schemeClr val="dk1">
                    <a:shade val="50000"/>
                  </a:schemeClr>
                </a:lnRef>
                <a:fillRef idx="1">
                  <a:schemeClr val="dk1"/>
                </a:fillRef>
                <a:effectRef idx="0">
                  <a:schemeClr val="dk1"/>
                </a:effectRef>
                <a:fontRef idx="minor">
                  <a:schemeClr val="lt1"/>
                </a:fontRef>
              </p:style>
              <p:txBody>
                <a:bodyPr rtlCol="1" anchor="ctr"/>
                <a:lstStyle/>
                <a:p>
                  <a:pPr algn="ctr"/>
                  <a:endParaRPr lang="ar-SA">
                    <a:ln>
                      <a:solidFill>
                        <a:sysClr val="windowText" lastClr="0080FF"/>
                      </a:solidFill>
                    </a:ln>
                  </a:endParaRPr>
                </a:p>
              </p:txBody>
            </p:sp>
            <p:sp>
              <p:nvSpPr>
                <p:cNvPr id="35" name="مستطيل 34"/>
                <p:cNvSpPr/>
                <p:nvPr/>
              </p:nvSpPr>
              <p:spPr>
                <a:xfrm>
                  <a:off x="2571248" y="3832532"/>
                  <a:ext cx="1115093" cy="220067"/>
                </a:xfrm>
                <a:prstGeom prst="rect">
                  <a:avLst/>
                </a:prstGeom>
                <a:solidFill>
                  <a:srgbClr val="00FFFF"/>
                </a:solidFill>
                <a:ln w="57150">
                  <a:solidFill>
                    <a:schemeClr val="tx1"/>
                  </a:solidFill>
                </a:ln>
              </p:spPr>
              <p:style>
                <a:lnRef idx="2">
                  <a:schemeClr val="dk1">
                    <a:shade val="50000"/>
                  </a:schemeClr>
                </a:lnRef>
                <a:fillRef idx="1">
                  <a:schemeClr val="dk1"/>
                </a:fillRef>
                <a:effectRef idx="0">
                  <a:schemeClr val="dk1"/>
                </a:effectRef>
                <a:fontRef idx="minor">
                  <a:schemeClr val="lt1"/>
                </a:fontRef>
              </p:style>
              <p:txBody>
                <a:bodyPr rtlCol="1" anchor="ctr"/>
                <a:lstStyle/>
                <a:p>
                  <a:pPr algn="ctr"/>
                  <a:endParaRPr lang="ar-SA">
                    <a:ln>
                      <a:solidFill>
                        <a:sysClr val="windowText" lastClr="0080FF"/>
                      </a:solidFill>
                    </a:ln>
                  </a:endParaRPr>
                </a:p>
              </p:txBody>
            </p:sp>
            <p:sp>
              <p:nvSpPr>
                <p:cNvPr id="36" name="مستطيل 35"/>
                <p:cNvSpPr/>
                <p:nvPr/>
              </p:nvSpPr>
              <p:spPr>
                <a:xfrm>
                  <a:off x="2570598" y="3842017"/>
                  <a:ext cx="239687" cy="959220"/>
                </a:xfrm>
                <a:prstGeom prst="rect">
                  <a:avLst/>
                </a:prstGeom>
                <a:solidFill>
                  <a:srgbClr val="00FFFF"/>
                </a:solidFill>
                <a:ln w="57150">
                  <a:solidFill>
                    <a:schemeClr val="tx1"/>
                  </a:solidFill>
                </a:ln>
              </p:spPr>
              <p:style>
                <a:lnRef idx="2">
                  <a:schemeClr val="dk1">
                    <a:shade val="50000"/>
                  </a:schemeClr>
                </a:lnRef>
                <a:fillRef idx="1">
                  <a:schemeClr val="dk1"/>
                </a:fillRef>
                <a:effectRef idx="0">
                  <a:schemeClr val="dk1"/>
                </a:effectRef>
                <a:fontRef idx="minor">
                  <a:schemeClr val="lt1"/>
                </a:fontRef>
              </p:style>
              <p:txBody>
                <a:bodyPr rtlCol="1" anchor="ctr"/>
                <a:lstStyle/>
                <a:p>
                  <a:pPr algn="ctr"/>
                  <a:endParaRPr lang="ar-SA">
                    <a:ln>
                      <a:solidFill>
                        <a:sysClr val="windowText" lastClr="0080FF"/>
                      </a:solidFill>
                    </a:ln>
                  </a:endParaRPr>
                </a:p>
              </p:txBody>
            </p:sp>
            <p:sp>
              <p:nvSpPr>
                <p:cNvPr id="37" name="مستطيل 36"/>
                <p:cNvSpPr/>
                <p:nvPr/>
              </p:nvSpPr>
              <p:spPr>
                <a:xfrm>
                  <a:off x="2577652" y="4591968"/>
                  <a:ext cx="1115093" cy="220067"/>
                </a:xfrm>
                <a:prstGeom prst="rect">
                  <a:avLst/>
                </a:prstGeom>
                <a:solidFill>
                  <a:srgbClr val="00FFFF"/>
                </a:solidFill>
                <a:ln w="57150">
                  <a:solidFill>
                    <a:schemeClr val="tx1"/>
                  </a:solidFill>
                </a:ln>
              </p:spPr>
              <p:style>
                <a:lnRef idx="2">
                  <a:schemeClr val="dk1">
                    <a:shade val="50000"/>
                  </a:schemeClr>
                </a:lnRef>
                <a:fillRef idx="1">
                  <a:schemeClr val="dk1"/>
                </a:fillRef>
                <a:effectRef idx="0">
                  <a:schemeClr val="dk1"/>
                </a:effectRef>
                <a:fontRef idx="minor">
                  <a:schemeClr val="lt1"/>
                </a:fontRef>
              </p:style>
              <p:txBody>
                <a:bodyPr rtlCol="1" anchor="ctr"/>
                <a:lstStyle/>
                <a:p>
                  <a:pPr algn="ctr"/>
                  <a:endParaRPr lang="ar-SA">
                    <a:ln>
                      <a:solidFill>
                        <a:sysClr val="windowText" lastClr="0080FF"/>
                      </a:solidFill>
                    </a:ln>
                  </a:endParaRPr>
                </a:p>
              </p:txBody>
            </p:sp>
          </p:grpSp>
          <p:grpSp>
            <p:nvGrpSpPr>
              <p:cNvPr id="12" name="مجموعة 44"/>
              <p:cNvGrpSpPr/>
              <p:nvPr/>
            </p:nvGrpSpPr>
            <p:grpSpPr>
              <a:xfrm>
                <a:off x="5028198" y="2878951"/>
                <a:ext cx="1122147" cy="1939488"/>
                <a:chOff x="2570598" y="2872547"/>
                <a:chExt cx="1122147" cy="1939488"/>
              </a:xfrm>
            </p:grpSpPr>
            <p:sp>
              <p:nvSpPr>
                <p:cNvPr id="46" name="مستطيل 45"/>
                <p:cNvSpPr/>
                <p:nvPr/>
              </p:nvSpPr>
              <p:spPr>
                <a:xfrm>
                  <a:off x="2571225" y="2872547"/>
                  <a:ext cx="1115095" cy="220067"/>
                </a:xfrm>
                <a:prstGeom prst="rect">
                  <a:avLst/>
                </a:prstGeom>
                <a:solidFill>
                  <a:srgbClr val="00FFFF"/>
                </a:solidFill>
                <a:ln w="57150">
                  <a:solidFill>
                    <a:schemeClr val="tx1"/>
                  </a:solidFill>
                </a:ln>
              </p:spPr>
              <p:style>
                <a:lnRef idx="2">
                  <a:schemeClr val="dk1">
                    <a:shade val="50000"/>
                  </a:schemeClr>
                </a:lnRef>
                <a:fillRef idx="1">
                  <a:schemeClr val="dk1"/>
                </a:fillRef>
                <a:effectRef idx="0">
                  <a:schemeClr val="dk1"/>
                </a:effectRef>
                <a:fontRef idx="minor">
                  <a:schemeClr val="lt1"/>
                </a:fontRef>
              </p:style>
              <p:txBody>
                <a:bodyPr rtlCol="1" anchor="ctr"/>
                <a:lstStyle/>
                <a:p>
                  <a:pPr algn="ctr"/>
                  <a:endParaRPr lang="ar-SA">
                    <a:ln>
                      <a:solidFill>
                        <a:sysClr val="windowText" lastClr="0080FF"/>
                      </a:solidFill>
                    </a:ln>
                  </a:endParaRPr>
                </a:p>
              </p:txBody>
            </p:sp>
            <p:sp>
              <p:nvSpPr>
                <p:cNvPr id="47" name="مستطيل 46"/>
                <p:cNvSpPr/>
                <p:nvPr/>
              </p:nvSpPr>
              <p:spPr>
                <a:xfrm>
                  <a:off x="3447854" y="2874272"/>
                  <a:ext cx="239687" cy="975429"/>
                </a:xfrm>
                <a:prstGeom prst="rect">
                  <a:avLst/>
                </a:prstGeom>
                <a:solidFill>
                  <a:srgbClr val="00FFFF"/>
                </a:solidFill>
                <a:ln w="57150">
                  <a:solidFill>
                    <a:schemeClr val="tx1"/>
                  </a:solidFill>
                </a:ln>
              </p:spPr>
              <p:style>
                <a:lnRef idx="2">
                  <a:schemeClr val="dk1">
                    <a:shade val="50000"/>
                  </a:schemeClr>
                </a:lnRef>
                <a:fillRef idx="1">
                  <a:schemeClr val="dk1"/>
                </a:fillRef>
                <a:effectRef idx="0">
                  <a:schemeClr val="dk1"/>
                </a:effectRef>
                <a:fontRef idx="minor">
                  <a:schemeClr val="lt1"/>
                </a:fontRef>
              </p:style>
              <p:txBody>
                <a:bodyPr rtlCol="1" anchor="ctr"/>
                <a:lstStyle/>
                <a:p>
                  <a:pPr algn="ctr"/>
                  <a:endParaRPr lang="ar-SA">
                    <a:ln>
                      <a:solidFill>
                        <a:sysClr val="windowText" lastClr="0080FF"/>
                      </a:solidFill>
                    </a:ln>
                  </a:endParaRPr>
                </a:p>
              </p:txBody>
            </p:sp>
            <p:sp>
              <p:nvSpPr>
                <p:cNvPr id="48" name="مستطيل 47"/>
                <p:cNvSpPr/>
                <p:nvPr/>
              </p:nvSpPr>
              <p:spPr>
                <a:xfrm>
                  <a:off x="2571248" y="3832532"/>
                  <a:ext cx="1115093" cy="220067"/>
                </a:xfrm>
                <a:prstGeom prst="rect">
                  <a:avLst/>
                </a:prstGeom>
                <a:solidFill>
                  <a:srgbClr val="00FFFF"/>
                </a:solidFill>
                <a:ln w="57150">
                  <a:solidFill>
                    <a:schemeClr val="tx1"/>
                  </a:solidFill>
                </a:ln>
              </p:spPr>
              <p:style>
                <a:lnRef idx="2">
                  <a:schemeClr val="dk1">
                    <a:shade val="50000"/>
                  </a:schemeClr>
                </a:lnRef>
                <a:fillRef idx="1">
                  <a:schemeClr val="dk1"/>
                </a:fillRef>
                <a:effectRef idx="0">
                  <a:schemeClr val="dk1"/>
                </a:effectRef>
                <a:fontRef idx="minor">
                  <a:schemeClr val="lt1"/>
                </a:fontRef>
              </p:style>
              <p:txBody>
                <a:bodyPr rtlCol="1" anchor="ctr"/>
                <a:lstStyle/>
                <a:p>
                  <a:pPr algn="ctr"/>
                  <a:endParaRPr lang="ar-SA">
                    <a:ln>
                      <a:solidFill>
                        <a:sysClr val="windowText" lastClr="0080FF"/>
                      </a:solidFill>
                    </a:ln>
                  </a:endParaRPr>
                </a:p>
              </p:txBody>
            </p:sp>
            <p:sp>
              <p:nvSpPr>
                <p:cNvPr id="49" name="مستطيل 48"/>
                <p:cNvSpPr/>
                <p:nvPr/>
              </p:nvSpPr>
              <p:spPr>
                <a:xfrm>
                  <a:off x="2570598" y="3842017"/>
                  <a:ext cx="239687" cy="959220"/>
                </a:xfrm>
                <a:prstGeom prst="rect">
                  <a:avLst/>
                </a:prstGeom>
                <a:solidFill>
                  <a:srgbClr val="00FFFF"/>
                </a:solidFill>
                <a:ln w="57150">
                  <a:solidFill>
                    <a:schemeClr val="tx1"/>
                  </a:solidFill>
                </a:ln>
              </p:spPr>
              <p:style>
                <a:lnRef idx="2">
                  <a:schemeClr val="dk1">
                    <a:shade val="50000"/>
                  </a:schemeClr>
                </a:lnRef>
                <a:fillRef idx="1">
                  <a:schemeClr val="dk1"/>
                </a:fillRef>
                <a:effectRef idx="0">
                  <a:schemeClr val="dk1"/>
                </a:effectRef>
                <a:fontRef idx="minor">
                  <a:schemeClr val="lt1"/>
                </a:fontRef>
              </p:style>
              <p:txBody>
                <a:bodyPr rtlCol="1" anchor="ctr"/>
                <a:lstStyle/>
                <a:p>
                  <a:pPr algn="ctr"/>
                  <a:endParaRPr lang="ar-SA">
                    <a:ln>
                      <a:solidFill>
                        <a:sysClr val="windowText" lastClr="0080FF"/>
                      </a:solidFill>
                    </a:ln>
                  </a:endParaRPr>
                </a:p>
              </p:txBody>
            </p:sp>
            <p:sp>
              <p:nvSpPr>
                <p:cNvPr id="50" name="مستطيل 49"/>
                <p:cNvSpPr/>
                <p:nvPr/>
              </p:nvSpPr>
              <p:spPr>
                <a:xfrm>
                  <a:off x="2577652" y="4591968"/>
                  <a:ext cx="1115093" cy="220067"/>
                </a:xfrm>
                <a:prstGeom prst="rect">
                  <a:avLst/>
                </a:prstGeom>
                <a:solidFill>
                  <a:srgbClr val="00FFFF"/>
                </a:solidFill>
                <a:ln w="57150">
                  <a:solidFill>
                    <a:schemeClr val="tx1"/>
                  </a:solidFill>
                </a:ln>
              </p:spPr>
              <p:style>
                <a:lnRef idx="2">
                  <a:schemeClr val="dk1">
                    <a:shade val="50000"/>
                  </a:schemeClr>
                </a:lnRef>
                <a:fillRef idx="1">
                  <a:schemeClr val="dk1"/>
                </a:fillRef>
                <a:effectRef idx="0">
                  <a:schemeClr val="dk1"/>
                </a:effectRef>
                <a:fontRef idx="minor">
                  <a:schemeClr val="lt1"/>
                </a:fontRef>
              </p:style>
              <p:txBody>
                <a:bodyPr rtlCol="1" anchor="ctr"/>
                <a:lstStyle/>
                <a:p>
                  <a:pPr algn="ctr"/>
                  <a:endParaRPr lang="ar-SA">
                    <a:ln>
                      <a:solidFill>
                        <a:sysClr val="windowText" lastClr="0080FF"/>
                      </a:solidFill>
                    </a:ln>
                  </a:endParaRPr>
                </a:p>
              </p:txBody>
            </p:sp>
          </p:grpSp>
        </p:grpSp>
        <p:sp>
          <p:nvSpPr>
            <p:cNvPr id="38" name="مستطيل 37"/>
            <p:cNvSpPr/>
            <p:nvPr/>
          </p:nvSpPr>
          <p:spPr>
            <a:xfrm>
              <a:off x="7133619" y="2887079"/>
              <a:ext cx="239687" cy="975429"/>
            </a:xfrm>
            <a:prstGeom prst="rect">
              <a:avLst/>
            </a:prstGeom>
            <a:solidFill>
              <a:srgbClr val="00FFFF"/>
            </a:solidFill>
            <a:ln w="57150">
              <a:solidFill>
                <a:schemeClr val="tx1"/>
              </a:solidFill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1" anchor="ctr"/>
            <a:lstStyle/>
            <a:p>
              <a:pPr algn="ctr"/>
              <a:endParaRPr lang="ar-SA">
                <a:ln>
                  <a:solidFill>
                    <a:sysClr val="windowText" lastClr="0080FF"/>
                  </a:solidFill>
                </a:ln>
              </a:endParaRPr>
            </a:p>
          </p:txBody>
        </p:sp>
        <p:sp>
          <p:nvSpPr>
            <p:cNvPr id="39" name="مستطيل 38"/>
            <p:cNvSpPr/>
            <p:nvPr/>
          </p:nvSpPr>
          <p:spPr>
            <a:xfrm>
              <a:off x="6257013" y="3845339"/>
              <a:ext cx="1115093" cy="220067"/>
            </a:xfrm>
            <a:prstGeom prst="rect">
              <a:avLst/>
            </a:prstGeom>
            <a:solidFill>
              <a:srgbClr val="00FFFF"/>
            </a:solidFill>
            <a:ln w="57150">
              <a:solidFill>
                <a:schemeClr val="tx1"/>
              </a:solidFill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1" anchor="ctr"/>
            <a:lstStyle/>
            <a:p>
              <a:pPr algn="ctr"/>
              <a:endParaRPr lang="ar-SA">
                <a:ln>
                  <a:solidFill>
                    <a:sysClr val="windowText" lastClr="0080FF"/>
                  </a:solidFill>
                </a:ln>
              </a:endParaRPr>
            </a:p>
          </p:txBody>
        </p:sp>
        <p:sp>
          <p:nvSpPr>
            <p:cNvPr id="40" name="مستطيل 39"/>
            <p:cNvSpPr/>
            <p:nvPr/>
          </p:nvSpPr>
          <p:spPr>
            <a:xfrm>
              <a:off x="6256363" y="3854824"/>
              <a:ext cx="239687" cy="959220"/>
            </a:xfrm>
            <a:prstGeom prst="rect">
              <a:avLst/>
            </a:prstGeom>
            <a:solidFill>
              <a:srgbClr val="00FFFF"/>
            </a:solidFill>
            <a:ln w="57150">
              <a:solidFill>
                <a:schemeClr val="tx1"/>
              </a:solidFill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1" anchor="ctr"/>
            <a:lstStyle/>
            <a:p>
              <a:pPr algn="ctr"/>
              <a:endParaRPr lang="ar-SA">
                <a:ln>
                  <a:solidFill>
                    <a:sysClr val="windowText" lastClr="0080FF"/>
                  </a:solidFill>
                </a:ln>
              </a:endParaRPr>
            </a:p>
          </p:txBody>
        </p:sp>
        <p:sp>
          <p:nvSpPr>
            <p:cNvPr id="45" name="مستطيل 44"/>
            <p:cNvSpPr/>
            <p:nvPr/>
          </p:nvSpPr>
          <p:spPr>
            <a:xfrm>
              <a:off x="6263417" y="4604775"/>
              <a:ext cx="1115093" cy="220067"/>
            </a:xfrm>
            <a:prstGeom prst="rect">
              <a:avLst/>
            </a:prstGeom>
            <a:solidFill>
              <a:srgbClr val="00FFFF"/>
            </a:solidFill>
            <a:ln w="57150">
              <a:solidFill>
                <a:schemeClr val="tx1"/>
              </a:solidFill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1" anchor="ctr"/>
            <a:lstStyle/>
            <a:p>
              <a:pPr algn="ctr"/>
              <a:endParaRPr lang="ar-SA">
                <a:ln>
                  <a:solidFill>
                    <a:sysClr val="windowText" lastClr="0080FF"/>
                  </a:solidFill>
                </a:ln>
              </a:endParaRPr>
            </a:p>
          </p:txBody>
        </p:sp>
      </p:grp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عنوان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ar-SA" dirty="0"/>
          </a:p>
        </p:txBody>
      </p:sp>
      <p:grpSp>
        <p:nvGrpSpPr>
          <p:cNvPr id="3" name="مجموعة 6"/>
          <p:cNvGrpSpPr/>
          <p:nvPr/>
        </p:nvGrpSpPr>
        <p:grpSpPr>
          <a:xfrm>
            <a:off x="9495881" y="2036982"/>
            <a:ext cx="1507468" cy="2571768"/>
            <a:chOff x="3571876" y="3571868"/>
            <a:chExt cx="1507468" cy="2571768"/>
          </a:xfrm>
        </p:grpSpPr>
        <p:sp>
          <p:nvSpPr>
            <p:cNvPr id="8" name="نصف إطار 7"/>
            <p:cNvSpPr/>
            <p:nvPr/>
          </p:nvSpPr>
          <p:spPr>
            <a:xfrm rot="10800000" flipH="1">
              <a:off x="3571877" y="4704552"/>
              <a:ext cx="1457323" cy="1437167"/>
            </a:xfrm>
            <a:prstGeom prst="halfFrame">
              <a:avLst>
                <a:gd name="adj1" fmla="val 20513"/>
                <a:gd name="adj2" fmla="val 23140"/>
              </a:avLst>
            </a:prstGeom>
            <a:noFill/>
            <a:ln w="57150">
              <a:solidFill>
                <a:schemeClr val="tx1"/>
              </a:solidFill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1" anchor="ctr"/>
            <a:lstStyle/>
            <a:p>
              <a:pPr algn="ctr"/>
              <a:endParaRPr lang="ar-SA">
                <a:ln>
                  <a:solidFill>
                    <a:sysClr val="windowText" lastClr="0080FF"/>
                  </a:solidFill>
                </a:ln>
                <a:solidFill>
                  <a:schemeClr val="tx1"/>
                </a:solidFill>
              </a:endParaRPr>
            </a:p>
          </p:txBody>
        </p:sp>
        <p:sp>
          <p:nvSpPr>
            <p:cNvPr id="9" name="مستطيل 8"/>
            <p:cNvSpPr/>
            <p:nvPr/>
          </p:nvSpPr>
          <p:spPr>
            <a:xfrm>
              <a:off x="3571876" y="4705352"/>
              <a:ext cx="1500198" cy="320614"/>
            </a:xfrm>
            <a:prstGeom prst="rect">
              <a:avLst/>
            </a:prstGeom>
            <a:noFill/>
            <a:ln w="57150">
              <a:solidFill>
                <a:schemeClr val="tx1"/>
              </a:solidFill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1" anchor="ctr"/>
            <a:lstStyle/>
            <a:p>
              <a:pPr algn="ctr"/>
              <a:endParaRPr lang="ar-SA">
                <a:ln>
                  <a:solidFill>
                    <a:sysClr val="windowText" lastClr="0080FF"/>
                  </a:solidFill>
                </a:ln>
              </a:endParaRPr>
            </a:p>
          </p:txBody>
        </p:sp>
        <p:sp>
          <p:nvSpPr>
            <p:cNvPr id="10" name="نصف إطار 9"/>
            <p:cNvSpPr/>
            <p:nvPr/>
          </p:nvSpPr>
          <p:spPr>
            <a:xfrm>
              <a:off x="3571876" y="3571868"/>
              <a:ext cx="1501200" cy="1441749"/>
            </a:xfrm>
            <a:prstGeom prst="halfFrame">
              <a:avLst>
                <a:gd name="adj1" fmla="val 20513"/>
                <a:gd name="adj2" fmla="val 23140"/>
              </a:avLst>
            </a:prstGeom>
            <a:noFill/>
            <a:ln w="57150">
              <a:solidFill>
                <a:schemeClr val="tx1"/>
              </a:solidFill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1" anchor="ctr"/>
            <a:lstStyle/>
            <a:p>
              <a:pPr algn="ctr"/>
              <a:endParaRPr lang="ar-SA">
                <a:ln>
                  <a:solidFill>
                    <a:sysClr val="windowText" lastClr="0080FF"/>
                  </a:solidFill>
                </a:ln>
                <a:solidFill>
                  <a:schemeClr val="tx1"/>
                </a:solidFill>
              </a:endParaRPr>
            </a:p>
          </p:txBody>
        </p:sp>
        <p:sp>
          <p:nvSpPr>
            <p:cNvPr id="11" name="مستطيل 10"/>
            <p:cNvSpPr/>
            <p:nvPr/>
          </p:nvSpPr>
          <p:spPr>
            <a:xfrm>
              <a:off x="4755344" y="4714876"/>
              <a:ext cx="324000" cy="1428760"/>
            </a:xfrm>
            <a:prstGeom prst="rect">
              <a:avLst/>
            </a:prstGeom>
            <a:noFill/>
            <a:ln w="57150">
              <a:solidFill>
                <a:schemeClr val="tx1"/>
              </a:solidFill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1" anchor="ctr"/>
            <a:lstStyle/>
            <a:p>
              <a:pPr algn="ctr"/>
              <a:endParaRPr lang="ar-SA">
                <a:ln>
                  <a:solidFill>
                    <a:sysClr val="windowText" lastClr="0080FF"/>
                  </a:solidFill>
                </a:ln>
              </a:endParaRPr>
            </a:p>
          </p:txBody>
        </p:sp>
      </p:grpSp>
      <p:grpSp>
        <p:nvGrpSpPr>
          <p:cNvPr id="4" name="مجموعة 50"/>
          <p:cNvGrpSpPr/>
          <p:nvPr/>
        </p:nvGrpSpPr>
        <p:grpSpPr>
          <a:xfrm>
            <a:off x="2570598" y="2872547"/>
            <a:ext cx="4804064" cy="1945892"/>
            <a:chOff x="2570598" y="2872547"/>
            <a:chExt cx="4804064" cy="1945892"/>
          </a:xfrm>
        </p:grpSpPr>
        <p:grpSp>
          <p:nvGrpSpPr>
            <p:cNvPr id="5" name="مجموعة 37"/>
            <p:cNvGrpSpPr/>
            <p:nvPr/>
          </p:nvGrpSpPr>
          <p:grpSpPr>
            <a:xfrm>
              <a:off x="3794282" y="2873828"/>
              <a:ext cx="1115096" cy="1940766"/>
              <a:chOff x="3794282" y="2873828"/>
              <a:chExt cx="1115096" cy="1940766"/>
            </a:xfrm>
          </p:grpSpPr>
          <p:sp>
            <p:nvSpPr>
              <p:cNvPr id="18" name="مستطيل 17"/>
              <p:cNvSpPr/>
              <p:nvPr/>
            </p:nvSpPr>
            <p:spPr>
              <a:xfrm>
                <a:off x="3794285" y="4594527"/>
                <a:ext cx="1115093" cy="220067"/>
              </a:xfrm>
              <a:prstGeom prst="rect">
                <a:avLst/>
              </a:prstGeom>
              <a:solidFill>
                <a:srgbClr val="00FFFF"/>
              </a:solidFill>
              <a:ln w="57150">
                <a:solidFill>
                  <a:schemeClr val="tx1"/>
                </a:solidFill>
              </a:ln>
            </p:spPr>
            <p:style>
              <a:lnRef idx="2">
                <a:schemeClr val="dk1">
                  <a:shade val="50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1" anchor="ctr"/>
              <a:lstStyle/>
              <a:p>
                <a:pPr algn="ctr"/>
                <a:endParaRPr lang="ar-SA">
                  <a:ln>
                    <a:solidFill>
                      <a:sysClr val="windowText" lastClr="0080FF"/>
                    </a:solidFill>
                  </a:ln>
                </a:endParaRPr>
              </a:p>
            </p:txBody>
          </p:sp>
          <p:sp>
            <p:nvSpPr>
              <p:cNvPr id="20" name="مستطيل 19"/>
              <p:cNvSpPr/>
              <p:nvPr/>
            </p:nvSpPr>
            <p:spPr>
              <a:xfrm>
                <a:off x="4669101" y="2883238"/>
                <a:ext cx="239687" cy="1926741"/>
              </a:xfrm>
              <a:prstGeom prst="rect">
                <a:avLst/>
              </a:prstGeom>
              <a:solidFill>
                <a:srgbClr val="00FFFF"/>
              </a:solidFill>
              <a:ln w="57150">
                <a:solidFill>
                  <a:schemeClr val="tx1"/>
                </a:solidFill>
              </a:ln>
            </p:spPr>
            <p:style>
              <a:lnRef idx="2">
                <a:schemeClr val="dk1">
                  <a:shade val="50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1" anchor="ctr"/>
              <a:lstStyle/>
              <a:p>
                <a:pPr algn="ctr"/>
                <a:endParaRPr lang="ar-SA">
                  <a:ln>
                    <a:solidFill>
                      <a:sysClr val="windowText" lastClr="0080FF"/>
                    </a:solidFill>
                  </a:ln>
                </a:endParaRPr>
              </a:p>
            </p:txBody>
          </p:sp>
          <p:sp>
            <p:nvSpPr>
              <p:cNvPr id="21" name="مستطيل 20"/>
              <p:cNvSpPr/>
              <p:nvPr/>
            </p:nvSpPr>
            <p:spPr>
              <a:xfrm>
                <a:off x="3794915" y="2883234"/>
                <a:ext cx="239687" cy="1926741"/>
              </a:xfrm>
              <a:prstGeom prst="rect">
                <a:avLst/>
              </a:prstGeom>
              <a:solidFill>
                <a:srgbClr val="00FFFF"/>
              </a:solidFill>
              <a:ln w="57150">
                <a:solidFill>
                  <a:schemeClr val="tx1"/>
                </a:solidFill>
              </a:ln>
            </p:spPr>
            <p:style>
              <a:lnRef idx="2">
                <a:schemeClr val="dk1">
                  <a:shade val="50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1" anchor="ctr"/>
              <a:lstStyle/>
              <a:p>
                <a:pPr algn="ctr"/>
                <a:endParaRPr lang="ar-SA">
                  <a:ln>
                    <a:solidFill>
                      <a:sysClr val="windowText" lastClr="0080FF"/>
                    </a:solidFill>
                  </a:ln>
                </a:endParaRPr>
              </a:p>
            </p:txBody>
          </p:sp>
          <p:sp>
            <p:nvSpPr>
              <p:cNvPr id="22" name="مستطيل 21"/>
              <p:cNvSpPr/>
              <p:nvPr/>
            </p:nvSpPr>
            <p:spPr>
              <a:xfrm>
                <a:off x="3794282" y="2873828"/>
                <a:ext cx="1115093" cy="220067"/>
              </a:xfrm>
              <a:prstGeom prst="rect">
                <a:avLst/>
              </a:prstGeom>
              <a:solidFill>
                <a:srgbClr val="00FFFF"/>
              </a:solidFill>
              <a:ln w="57150">
                <a:solidFill>
                  <a:schemeClr val="tx1"/>
                </a:solidFill>
              </a:ln>
            </p:spPr>
            <p:style>
              <a:lnRef idx="2">
                <a:schemeClr val="dk1">
                  <a:shade val="50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1" anchor="ctr"/>
              <a:lstStyle/>
              <a:p>
                <a:pPr algn="ctr"/>
                <a:endParaRPr lang="ar-SA">
                  <a:ln>
                    <a:solidFill>
                      <a:sysClr val="windowText" lastClr="0080FF"/>
                    </a:solidFill>
                  </a:ln>
                </a:endParaRPr>
              </a:p>
            </p:txBody>
          </p:sp>
        </p:grpSp>
        <p:grpSp>
          <p:nvGrpSpPr>
            <p:cNvPr id="6" name="مجموعة 38"/>
            <p:cNvGrpSpPr/>
            <p:nvPr/>
          </p:nvGrpSpPr>
          <p:grpSpPr>
            <a:xfrm>
              <a:off x="2570598" y="2872547"/>
              <a:ext cx="1122147" cy="1939488"/>
              <a:chOff x="2570598" y="2872547"/>
              <a:chExt cx="1122147" cy="1939488"/>
            </a:xfrm>
          </p:grpSpPr>
          <p:sp>
            <p:nvSpPr>
              <p:cNvPr id="33" name="مستطيل 32"/>
              <p:cNvSpPr/>
              <p:nvPr/>
            </p:nvSpPr>
            <p:spPr>
              <a:xfrm>
                <a:off x="2571225" y="2872547"/>
                <a:ext cx="1115095" cy="220067"/>
              </a:xfrm>
              <a:prstGeom prst="rect">
                <a:avLst/>
              </a:prstGeom>
              <a:solidFill>
                <a:srgbClr val="00FFFF"/>
              </a:solidFill>
              <a:ln w="57150">
                <a:solidFill>
                  <a:schemeClr val="tx1"/>
                </a:solidFill>
              </a:ln>
            </p:spPr>
            <p:style>
              <a:lnRef idx="2">
                <a:schemeClr val="dk1">
                  <a:shade val="50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1" anchor="ctr"/>
              <a:lstStyle/>
              <a:p>
                <a:pPr algn="ctr"/>
                <a:endParaRPr lang="ar-SA">
                  <a:ln>
                    <a:solidFill>
                      <a:sysClr val="windowText" lastClr="0080FF"/>
                    </a:solidFill>
                  </a:ln>
                </a:endParaRPr>
              </a:p>
            </p:txBody>
          </p:sp>
          <p:sp>
            <p:nvSpPr>
              <p:cNvPr id="34" name="مستطيل 33"/>
              <p:cNvSpPr/>
              <p:nvPr/>
            </p:nvSpPr>
            <p:spPr>
              <a:xfrm>
                <a:off x="3447854" y="2874272"/>
                <a:ext cx="239687" cy="975429"/>
              </a:xfrm>
              <a:prstGeom prst="rect">
                <a:avLst/>
              </a:prstGeom>
              <a:solidFill>
                <a:srgbClr val="00FFFF"/>
              </a:solidFill>
              <a:ln w="57150">
                <a:solidFill>
                  <a:schemeClr val="tx1"/>
                </a:solidFill>
              </a:ln>
            </p:spPr>
            <p:style>
              <a:lnRef idx="2">
                <a:schemeClr val="dk1">
                  <a:shade val="50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1" anchor="ctr"/>
              <a:lstStyle/>
              <a:p>
                <a:pPr algn="ctr"/>
                <a:endParaRPr lang="ar-SA">
                  <a:ln>
                    <a:solidFill>
                      <a:sysClr val="windowText" lastClr="0080FF"/>
                    </a:solidFill>
                  </a:ln>
                </a:endParaRPr>
              </a:p>
            </p:txBody>
          </p:sp>
          <p:sp>
            <p:nvSpPr>
              <p:cNvPr id="35" name="مستطيل 34"/>
              <p:cNvSpPr/>
              <p:nvPr/>
            </p:nvSpPr>
            <p:spPr>
              <a:xfrm>
                <a:off x="2571248" y="3832532"/>
                <a:ext cx="1115093" cy="220067"/>
              </a:xfrm>
              <a:prstGeom prst="rect">
                <a:avLst/>
              </a:prstGeom>
              <a:solidFill>
                <a:srgbClr val="00FFFF"/>
              </a:solidFill>
              <a:ln w="57150">
                <a:solidFill>
                  <a:schemeClr val="tx1"/>
                </a:solidFill>
              </a:ln>
            </p:spPr>
            <p:style>
              <a:lnRef idx="2">
                <a:schemeClr val="dk1">
                  <a:shade val="50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1" anchor="ctr"/>
              <a:lstStyle/>
              <a:p>
                <a:pPr algn="ctr"/>
                <a:endParaRPr lang="ar-SA">
                  <a:ln>
                    <a:solidFill>
                      <a:sysClr val="windowText" lastClr="0080FF"/>
                    </a:solidFill>
                  </a:ln>
                </a:endParaRPr>
              </a:p>
            </p:txBody>
          </p:sp>
          <p:sp>
            <p:nvSpPr>
              <p:cNvPr id="36" name="مستطيل 35"/>
              <p:cNvSpPr/>
              <p:nvPr/>
            </p:nvSpPr>
            <p:spPr>
              <a:xfrm>
                <a:off x="2570598" y="3842017"/>
                <a:ext cx="239687" cy="959220"/>
              </a:xfrm>
              <a:prstGeom prst="rect">
                <a:avLst/>
              </a:prstGeom>
              <a:solidFill>
                <a:srgbClr val="00FFFF"/>
              </a:solidFill>
              <a:ln w="57150">
                <a:solidFill>
                  <a:schemeClr val="tx1"/>
                </a:solidFill>
              </a:ln>
            </p:spPr>
            <p:style>
              <a:lnRef idx="2">
                <a:schemeClr val="dk1">
                  <a:shade val="50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1" anchor="ctr"/>
              <a:lstStyle/>
              <a:p>
                <a:pPr algn="ctr"/>
                <a:endParaRPr lang="ar-SA">
                  <a:ln>
                    <a:solidFill>
                      <a:sysClr val="windowText" lastClr="0080FF"/>
                    </a:solidFill>
                  </a:ln>
                </a:endParaRPr>
              </a:p>
            </p:txBody>
          </p:sp>
          <p:sp>
            <p:nvSpPr>
              <p:cNvPr id="37" name="مستطيل 36"/>
              <p:cNvSpPr/>
              <p:nvPr/>
            </p:nvSpPr>
            <p:spPr>
              <a:xfrm>
                <a:off x="2577652" y="4591968"/>
                <a:ext cx="1115093" cy="220067"/>
              </a:xfrm>
              <a:prstGeom prst="rect">
                <a:avLst/>
              </a:prstGeom>
              <a:solidFill>
                <a:srgbClr val="00FFFF"/>
              </a:solidFill>
              <a:ln w="57150">
                <a:solidFill>
                  <a:schemeClr val="tx1"/>
                </a:solidFill>
              </a:ln>
            </p:spPr>
            <p:style>
              <a:lnRef idx="2">
                <a:schemeClr val="dk1">
                  <a:shade val="50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1" anchor="ctr"/>
              <a:lstStyle/>
              <a:p>
                <a:pPr algn="ctr"/>
                <a:endParaRPr lang="ar-SA">
                  <a:ln>
                    <a:solidFill>
                      <a:sysClr val="windowText" lastClr="0080FF"/>
                    </a:solidFill>
                  </a:ln>
                </a:endParaRPr>
              </a:p>
            </p:txBody>
          </p:sp>
        </p:grpSp>
        <p:grpSp>
          <p:nvGrpSpPr>
            <p:cNvPr id="7" name="مجموعة 39"/>
            <p:cNvGrpSpPr/>
            <p:nvPr/>
          </p:nvGrpSpPr>
          <p:grpSpPr>
            <a:xfrm>
              <a:off x="6259569" y="2889639"/>
              <a:ext cx="1115093" cy="1926744"/>
              <a:chOff x="3794285" y="2883235"/>
              <a:chExt cx="1115093" cy="1926744"/>
            </a:xfrm>
          </p:grpSpPr>
          <p:sp>
            <p:nvSpPr>
              <p:cNvPr id="41" name="مستطيل 40"/>
              <p:cNvSpPr/>
              <p:nvPr/>
            </p:nvSpPr>
            <p:spPr>
              <a:xfrm>
                <a:off x="3794285" y="3833811"/>
                <a:ext cx="1115093" cy="220067"/>
              </a:xfrm>
              <a:prstGeom prst="rect">
                <a:avLst/>
              </a:prstGeom>
              <a:solidFill>
                <a:srgbClr val="00FFFF"/>
              </a:solidFill>
              <a:ln w="57150">
                <a:solidFill>
                  <a:schemeClr val="tx1"/>
                </a:solidFill>
              </a:ln>
            </p:spPr>
            <p:style>
              <a:lnRef idx="2">
                <a:schemeClr val="dk1">
                  <a:shade val="50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1" anchor="ctr"/>
              <a:lstStyle/>
              <a:p>
                <a:pPr algn="ctr"/>
                <a:endParaRPr lang="ar-SA">
                  <a:ln>
                    <a:solidFill>
                      <a:sysClr val="windowText" lastClr="0080FF"/>
                    </a:solidFill>
                  </a:ln>
                </a:endParaRPr>
              </a:p>
            </p:txBody>
          </p:sp>
          <p:sp>
            <p:nvSpPr>
              <p:cNvPr id="42" name="مستطيل 41"/>
              <p:cNvSpPr/>
              <p:nvPr/>
            </p:nvSpPr>
            <p:spPr>
              <a:xfrm>
                <a:off x="4669101" y="2883238"/>
                <a:ext cx="239687" cy="1926741"/>
              </a:xfrm>
              <a:prstGeom prst="rect">
                <a:avLst/>
              </a:prstGeom>
              <a:solidFill>
                <a:srgbClr val="00FFFF"/>
              </a:solidFill>
              <a:ln w="57150">
                <a:solidFill>
                  <a:schemeClr val="tx1"/>
                </a:solidFill>
              </a:ln>
            </p:spPr>
            <p:style>
              <a:lnRef idx="2">
                <a:schemeClr val="dk1">
                  <a:shade val="50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1" anchor="ctr"/>
              <a:lstStyle/>
              <a:p>
                <a:pPr algn="ctr"/>
                <a:endParaRPr lang="ar-SA">
                  <a:ln>
                    <a:solidFill>
                      <a:sysClr val="windowText" lastClr="0080FF"/>
                    </a:solidFill>
                  </a:ln>
                </a:endParaRPr>
              </a:p>
            </p:txBody>
          </p:sp>
          <p:sp>
            <p:nvSpPr>
              <p:cNvPr id="43" name="مستطيل 42"/>
              <p:cNvSpPr/>
              <p:nvPr/>
            </p:nvSpPr>
            <p:spPr>
              <a:xfrm>
                <a:off x="3794915" y="2883235"/>
                <a:ext cx="239687" cy="1152164"/>
              </a:xfrm>
              <a:prstGeom prst="rect">
                <a:avLst/>
              </a:prstGeom>
              <a:solidFill>
                <a:srgbClr val="00FFFF"/>
              </a:solidFill>
              <a:ln w="57150">
                <a:solidFill>
                  <a:schemeClr val="tx1"/>
                </a:solidFill>
              </a:ln>
            </p:spPr>
            <p:style>
              <a:lnRef idx="2">
                <a:schemeClr val="dk1">
                  <a:shade val="50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1" anchor="ctr"/>
              <a:lstStyle/>
              <a:p>
                <a:pPr algn="ctr"/>
                <a:endParaRPr lang="ar-SA">
                  <a:ln>
                    <a:solidFill>
                      <a:sysClr val="windowText" lastClr="0080FF"/>
                    </a:solidFill>
                  </a:ln>
                </a:endParaRPr>
              </a:p>
            </p:txBody>
          </p:sp>
        </p:grpSp>
        <p:grpSp>
          <p:nvGrpSpPr>
            <p:cNvPr id="12" name="مجموعة 44"/>
            <p:cNvGrpSpPr/>
            <p:nvPr/>
          </p:nvGrpSpPr>
          <p:grpSpPr>
            <a:xfrm>
              <a:off x="5028198" y="2878951"/>
              <a:ext cx="1122147" cy="1939488"/>
              <a:chOff x="2570598" y="2872547"/>
              <a:chExt cx="1122147" cy="1939488"/>
            </a:xfrm>
          </p:grpSpPr>
          <p:sp>
            <p:nvSpPr>
              <p:cNvPr id="46" name="مستطيل 45"/>
              <p:cNvSpPr/>
              <p:nvPr/>
            </p:nvSpPr>
            <p:spPr>
              <a:xfrm>
                <a:off x="2571225" y="2872547"/>
                <a:ext cx="1115095" cy="220067"/>
              </a:xfrm>
              <a:prstGeom prst="rect">
                <a:avLst/>
              </a:prstGeom>
              <a:solidFill>
                <a:srgbClr val="00FFFF"/>
              </a:solidFill>
              <a:ln w="57150">
                <a:solidFill>
                  <a:schemeClr val="tx1"/>
                </a:solidFill>
              </a:ln>
            </p:spPr>
            <p:style>
              <a:lnRef idx="2">
                <a:schemeClr val="dk1">
                  <a:shade val="50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1" anchor="ctr"/>
              <a:lstStyle/>
              <a:p>
                <a:pPr algn="ctr"/>
                <a:endParaRPr lang="ar-SA">
                  <a:ln>
                    <a:solidFill>
                      <a:sysClr val="windowText" lastClr="0080FF"/>
                    </a:solidFill>
                  </a:ln>
                </a:endParaRPr>
              </a:p>
            </p:txBody>
          </p:sp>
          <p:sp>
            <p:nvSpPr>
              <p:cNvPr id="47" name="مستطيل 46"/>
              <p:cNvSpPr/>
              <p:nvPr/>
            </p:nvSpPr>
            <p:spPr>
              <a:xfrm>
                <a:off x="3447854" y="2874272"/>
                <a:ext cx="239687" cy="975429"/>
              </a:xfrm>
              <a:prstGeom prst="rect">
                <a:avLst/>
              </a:prstGeom>
              <a:solidFill>
                <a:srgbClr val="00FFFF"/>
              </a:solidFill>
              <a:ln w="57150">
                <a:solidFill>
                  <a:schemeClr val="tx1"/>
                </a:solidFill>
              </a:ln>
            </p:spPr>
            <p:style>
              <a:lnRef idx="2">
                <a:schemeClr val="dk1">
                  <a:shade val="50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1" anchor="ctr"/>
              <a:lstStyle/>
              <a:p>
                <a:pPr algn="ctr"/>
                <a:endParaRPr lang="ar-SA">
                  <a:ln>
                    <a:solidFill>
                      <a:sysClr val="windowText" lastClr="0080FF"/>
                    </a:solidFill>
                  </a:ln>
                </a:endParaRPr>
              </a:p>
            </p:txBody>
          </p:sp>
          <p:sp>
            <p:nvSpPr>
              <p:cNvPr id="48" name="مستطيل 47"/>
              <p:cNvSpPr/>
              <p:nvPr/>
            </p:nvSpPr>
            <p:spPr>
              <a:xfrm>
                <a:off x="2571248" y="3832532"/>
                <a:ext cx="1115093" cy="220067"/>
              </a:xfrm>
              <a:prstGeom prst="rect">
                <a:avLst/>
              </a:prstGeom>
              <a:solidFill>
                <a:srgbClr val="00FFFF"/>
              </a:solidFill>
              <a:ln w="57150">
                <a:solidFill>
                  <a:schemeClr val="tx1"/>
                </a:solidFill>
              </a:ln>
            </p:spPr>
            <p:style>
              <a:lnRef idx="2">
                <a:schemeClr val="dk1">
                  <a:shade val="50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1" anchor="ctr"/>
              <a:lstStyle/>
              <a:p>
                <a:pPr algn="ctr"/>
                <a:endParaRPr lang="ar-SA">
                  <a:ln>
                    <a:solidFill>
                      <a:sysClr val="windowText" lastClr="0080FF"/>
                    </a:solidFill>
                  </a:ln>
                </a:endParaRPr>
              </a:p>
            </p:txBody>
          </p:sp>
          <p:sp>
            <p:nvSpPr>
              <p:cNvPr id="49" name="مستطيل 48"/>
              <p:cNvSpPr/>
              <p:nvPr/>
            </p:nvSpPr>
            <p:spPr>
              <a:xfrm>
                <a:off x="2570598" y="3842017"/>
                <a:ext cx="239687" cy="959220"/>
              </a:xfrm>
              <a:prstGeom prst="rect">
                <a:avLst/>
              </a:prstGeom>
              <a:solidFill>
                <a:srgbClr val="00FFFF"/>
              </a:solidFill>
              <a:ln w="57150">
                <a:solidFill>
                  <a:schemeClr val="tx1"/>
                </a:solidFill>
              </a:ln>
            </p:spPr>
            <p:style>
              <a:lnRef idx="2">
                <a:schemeClr val="dk1">
                  <a:shade val="50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1" anchor="ctr"/>
              <a:lstStyle/>
              <a:p>
                <a:pPr algn="ctr"/>
                <a:endParaRPr lang="ar-SA">
                  <a:ln>
                    <a:solidFill>
                      <a:sysClr val="windowText" lastClr="0080FF"/>
                    </a:solidFill>
                  </a:ln>
                </a:endParaRPr>
              </a:p>
            </p:txBody>
          </p:sp>
          <p:sp>
            <p:nvSpPr>
              <p:cNvPr id="50" name="مستطيل 49"/>
              <p:cNvSpPr/>
              <p:nvPr/>
            </p:nvSpPr>
            <p:spPr>
              <a:xfrm>
                <a:off x="2577652" y="4591968"/>
                <a:ext cx="1115093" cy="220067"/>
              </a:xfrm>
              <a:prstGeom prst="rect">
                <a:avLst/>
              </a:prstGeom>
              <a:solidFill>
                <a:srgbClr val="00FFFF"/>
              </a:solidFill>
              <a:ln w="57150">
                <a:solidFill>
                  <a:schemeClr val="tx1"/>
                </a:solidFill>
              </a:ln>
            </p:spPr>
            <p:style>
              <a:lnRef idx="2">
                <a:schemeClr val="dk1">
                  <a:shade val="50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1" anchor="ctr"/>
              <a:lstStyle/>
              <a:p>
                <a:pPr algn="ctr"/>
                <a:endParaRPr lang="ar-SA">
                  <a:ln>
                    <a:solidFill>
                      <a:sysClr val="windowText" lastClr="0080FF"/>
                    </a:solidFill>
                  </a:ln>
                </a:endParaRPr>
              </a:p>
            </p:txBody>
          </p:sp>
        </p:grpSp>
      </p:grp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عنوان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ar-SA" dirty="0"/>
          </a:p>
        </p:txBody>
      </p:sp>
      <p:grpSp>
        <p:nvGrpSpPr>
          <p:cNvPr id="3" name="مجموعة 6"/>
          <p:cNvGrpSpPr/>
          <p:nvPr/>
        </p:nvGrpSpPr>
        <p:grpSpPr>
          <a:xfrm>
            <a:off x="9495881" y="2036982"/>
            <a:ext cx="1507468" cy="2571768"/>
            <a:chOff x="3571876" y="3571868"/>
            <a:chExt cx="1507468" cy="2571768"/>
          </a:xfrm>
        </p:grpSpPr>
        <p:sp>
          <p:nvSpPr>
            <p:cNvPr id="8" name="نصف إطار 7"/>
            <p:cNvSpPr/>
            <p:nvPr/>
          </p:nvSpPr>
          <p:spPr>
            <a:xfrm rot="10800000" flipH="1">
              <a:off x="3571877" y="4704552"/>
              <a:ext cx="1457323" cy="1437167"/>
            </a:xfrm>
            <a:prstGeom prst="halfFrame">
              <a:avLst>
                <a:gd name="adj1" fmla="val 20513"/>
                <a:gd name="adj2" fmla="val 23140"/>
              </a:avLst>
            </a:prstGeom>
            <a:noFill/>
            <a:ln w="57150">
              <a:solidFill>
                <a:schemeClr val="tx1"/>
              </a:solidFill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1" anchor="ctr"/>
            <a:lstStyle/>
            <a:p>
              <a:pPr algn="ctr"/>
              <a:endParaRPr lang="ar-SA">
                <a:ln>
                  <a:solidFill>
                    <a:sysClr val="windowText" lastClr="0080FF"/>
                  </a:solidFill>
                </a:ln>
                <a:solidFill>
                  <a:schemeClr val="tx1"/>
                </a:solidFill>
              </a:endParaRPr>
            </a:p>
          </p:txBody>
        </p:sp>
        <p:sp>
          <p:nvSpPr>
            <p:cNvPr id="9" name="مستطيل 8"/>
            <p:cNvSpPr/>
            <p:nvPr/>
          </p:nvSpPr>
          <p:spPr>
            <a:xfrm>
              <a:off x="3571876" y="4705352"/>
              <a:ext cx="1500198" cy="320614"/>
            </a:xfrm>
            <a:prstGeom prst="rect">
              <a:avLst/>
            </a:prstGeom>
            <a:noFill/>
            <a:ln w="57150">
              <a:solidFill>
                <a:schemeClr val="tx1"/>
              </a:solidFill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1" anchor="ctr"/>
            <a:lstStyle/>
            <a:p>
              <a:pPr algn="ctr"/>
              <a:endParaRPr lang="ar-SA">
                <a:ln>
                  <a:solidFill>
                    <a:sysClr val="windowText" lastClr="0080FF"/>
                  </a:solidFill>
                </a:ln>
              </a:endParaRPr>
            </a:p>
          </p:txBody>
        </p:sp>
        <p:sp>
          <p:nvSpPr>
            <p:cNvPr id="10" name="نصف إطار 9"/>
            <p:cNvSpPr/>
            <p:nvPr/>
          </p:nvSpPr>
          <p:spPr>
            <a:xfrm>
              <a:off x="3571876" y="3571868"/>
              <a:ext cx="1501200" cy="1441749"/>
            </a:xfrm>
            <a:prstGeom prst="halfFrame">
              <a:avLst>
                <a:gd name="adj1" fmla="val 20513"/>
                <a:gd name="adj2" fmla="val 23140"/>
              </a:avLst>
            </a:prstGeom>
            <a:noFill/>
            <a:ln w="57150">
              <a:solidFill>
                <a:schemeClr val="tx1"/>
              </a:solidFill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1" anchor="ctr"/>
            <a:lstStyle/>
            <a:p>
              <a:pPr algn="ctr"/>
              <a:endParaRPr lang="ar-SA">
                <a:ln>
                  <a:solidFill>
                    <a:sysClr val="windowText" lastClr="0080FF"/>
                  </a:solidFill>
                </a:ln>
                <a:solidFill>
                  <a:schemeClr val="tx1"/>
                </a:solidFill>
              </a:endParaRPr>
            </a:p>
          </p:txBody>
        </p:sp>
        <p:sp>
          <p:nvSpPr>
            <p:cNvPr id="11" name="مستطيل 10"/>
            <p:cNvSpPr/>
            <p:nvPr/>
          </p:nvSpPr>
          <p:spPr>
            <a:xfrm>
              <a:off x="4755344" y="4714876"/>
              <a:ext cx="324000" cy="1428760"/>
            </a:xfrm>
            <a:prstGeom prst="rect">
              <a:avLst/>
            </a:prstGeom>
            <a:noFill/>
            <a:ln w="57150">
              <a:solidFill>
                <a:schemeClr val="tx1"/>
              </a:solidFill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1" anchor="ctr"/>
            <a:lstStyle/>
            <a:p>
              <a:pPr algn="ctr"/>
              <a:endParaRPr lang="ar-SA">
                <a:ln>
                  <a:solidFill>
                    <a:sysClr val="windowText" lastClr="0080FF"/>
                  </a:solidFill>
                </a:ln>
              </a:endParaRPr>
            </a:p>
          </p:txBody>
        </p:sp>
      </p:grpSp>
      <p:grpSp>
        <p:nvGrpSpPr>
          <p:cNvPr id="4" name="مجموعة 50"/>
          <p:cNvGrpSpPr/>
          <p:nvPr/>
        </p:nvGrpSpPr>
        <p:grpSpPr>
          <a:xfrm>
            <a:off x="2570598" y="2872547"/>
            <a:ext cx="4809874" cy="1948451"/>
            <a:chOff x="2570598" y="2872547"/>
            <a:chExt cx="4809874" cy="1948451"/>
          </a:xfrm>
        </p:grpSpPr>
        <p:grpSp>
          <p:nvGrpSpPr>
            <p:cNvPr id="5" name="مجموعة 37"/>
            <p:cNvGrpSpPr/>
            <p:nvPr/>
          </p:nvGrpSpPr>
          <p:grpSpPr>
            <a:xfrm>
              <a:off x="3794282" y="2873828"/>
              <a:ext cx="1115096" cy="1940766"/>
              <a:chOff x="3794282" y="2873828"/>
              <a:chExt cx="1115096" cy="1940766"/>
            </a:xfrm>
          </p:grpSpPr>
          <p:sp>
            <p:nvSpPr>
              <p:cNvPr id="18" name="مستطيل 17"/>
              <p:cNvSpPr/>
              <p:nvPr/>
            </p:nvSpPr>
            <p:spPr>
              <a:xfrm>
                <a:off x="3794285" y="4594527"/>
                <a:ext cx="1115093" cy="220067"/>
              </a:xfrm>
              <a:prstGeom prst="rect">
                <a:avLst/>
              </a:prstGeom>
              <a:solidFill>
                <a:srgbClr val="00FFFF"/>
              </a:solidFill>
              <a:ln w="57150">
                <a:solidFill>
                  <a:schemeClr val="tx1"/>
                </a:solidFill>
              </a:ln>
            </p:spPr>
            <p:style>
              <a:lnRef idx="2">
                <a:schemeClr val="dk1">
                  <a:shade val="50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1" anchor="ctr"/>
              <a:lstStyle/>
              <a:p>
                <a:pPr algn="ctr"/>
                <a:endParaRPr lang="ar-SA">
                  <a:ln>
                    <a:solidFill>
                      <a:sysClr val="windowText" lastClr="0080FF"/>
                    </a:solidFill>
                  </a:ln>
                </a:endParaRPr>
              </a:p>
            </p:txBody>
          </p:sp>
          <p:sp>
            <p:nvSpPr>
              <p:cNvPr id="20" name="مستطيل 19"/>
              <p:cNvSpPr/>
              <p:nvPr/>
            </p:nvSpPr>
            <p:spPr>
              <a:xfrm>
                <a:off x="4669101" y="2883238"/>
                <a:ext cx="239687" cy="1926741"/>
              </a:xfrm>
              <a:prstGeom prst="rect">
                <a:avLst/>
              </a:prstGeom>
              <a:solidFill>
                <a:srgbClr val="00FFFF"/>
              </a:solidFill>
              <a:ln w="57150">
                <a:solidFill>
                  <a:schemeClr val="tx1"/>
                </a:solidFill>
              </a:ln>
            </p:spPr>
            <p:style>
              <a:lnRef idx="2">
                <a:schemeClr val="dk1">
                  <a:shade val="50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1" anchor="ctr"/>
              <a:lstStyle/>
              <a:p>
                <a:pPr algn="ctr"/>
                <a:endParaRPr lang="ar-SA">
                  <a:ln>
                    <a:solidFill>
                      <a:sysClr val="windowText" lastClr="0080FF"/>
                    </a:solidFill>
                  </a:ln>
                </a:endParaRPr>
              </a:p>
            </p:txBody>
          </p:sp>
          <p:sp>
            <p:nvSpPr>
              <p:cNvPr id="21" name="مستطيل 20"/>
              <p:cNvSpPr/>
              <p:nvPr/>
            </p:nvSpPr>
            <p:spPr>
              <a:xfrm>
                <a:off x="3794915" y="2883234"/>
                <a:ext cx="239687" cy="1926741"/>
              </a:xfrm>
              <a:prstGeom prst="rect">
                <a:avLst/>
              </a:prstGeom>
              <a:solidFill>
                <a:srgbClr val="00FFFF"/>
              </a:solidFill>
              <a:ln w="57150">
                <a:solidFill>
                  <a:schemeClr val="tx1"/>
                </a:solidFill>
              </a:ln>
            </p:spPr>
            <p:style>
              <a:lnRef idx="2">
                <a:schemeClr val="dk1">
                  <a:shade val="50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1" anchor="ctr"/>
              <a:lstStyle/>
              <a:p>
                <a:pPr algn="ctr"/>
                <a:endParaRPr lang="ar-SA">
                  <a:ln>
                    <a:solidFill>
                      <a:sysClr val="windowText" lastClr="0080FF"/>
                    </a:solidFill>
                  </a:ln>
                </a:endParaRPr>
              </a:p>
            </p:txBody>
          </p:sp>
          <p:sp>
            <p:nvSpPr>
              <p:cNvPr id="22" name="مستطيل 21"/>
              <p:cNvSpPr/>
              <p:nvPr/>
            </p:nvSpPr>
            <p:spPr>
              <a:xfrm>
                <a:off x="3794282" y="2873828"/>
                <a:ext cx="1115093" cy="220067"/>
              </a:xfrm>
              <a:prstGeom prst="rect">
                <a:avLst/>
              </a:prstGeom>
              <a:solidFill>
                <a:srgbClr val="00FFFF"/>
              </a:solidFill>
              <a:ln w="57150">
                <a:solidFill>
                  <a:schemeClr val="tx1"/>
                </a:solidFill>
              </a:ln>
            </p:spPr>
            <p:style>
              <a:lnRef idx="2">
                <a:schemeClr val="dk1">
                  <a:shade val="50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1" anchor="ctr"/>
              <a:lstStyle/>
              <a:p>
                <a:pPr algn="ctr"/>
                <a:endParaRPr lang="ar-SA">
                  <a:ln>
                    <a:solidFill>
                      <a:sysClr val="windowText" lastClr="0080FF"/>
                    </a:solidFill>
                  </a:ln>
                </a:endParaRPr>
              </a:p>
            </p:txBody>
          </p:sp>
        </p:grpSp>
        <p:grpSp>
          <p:nvGrpSpPr>
            <p:cNvPr id="6" name="مجموعة 38"/>
            <p:cNvGrpSpPr/>
            <p:nvPr/>
          </p:nvGrpSpPr>
          <p:grpSpPr>
            <a:xfrm>
              <a:off x="2570598" y="2872547"/>
              <a:ext cx="1122147" cy="1939488"/>
              <a:chOff x="2570598" y="2872547"/>
              <a:chExt cx="1122147" cy="1939488"/>
            </a:xfrm>
          </p:grpSpPr>
          <p:sp>
            <p:nvSpPr>
              <p:cNvPr id="33" name="مستطيل 32"/>
              <p:cNvSpPr/>
              <p:nvPr/>
            </p:nvSpPr>
            <p:spPr>
              <a:xfrm>
                <a:off x="2571225" y="2872547"/>
                <a:ext cx="1115095" cy="220067"/>
              </a:xfrm>
              <a:prstGeom prst="rect">
                <a:avLst/>
              </a:prstGeom>
              <a:solidFill>
                <a:srgbClr val="00FFFF"/>
              </a:solidFill>
              <a:ln w="57150">
                <a:solidFill>
                  <a:schemeClr val="tx1"/>
                </a:solidFill>
              </a:ln>
            </p:spPr>
            <p:style>
              <a:lnRef idx="2">
                <a:schemeClr val="dk1">
                  <a:shade val="50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1" anchor="ctr"/>
              <a:lstStyle/>
              <a:p>
                <a:pPr algn="ctr"/>
                <a:endParaRPr lang="ar-SA">
                  <a:ln>
                    <a:solidFill>
                      <a:sysClr val="windowText" lastClr="0080FF"/>
                    </a:solidFill>
                  </a:ln>
                </a:endParaRPr>
              </a:p>
            </p:txBody>
          </p:sp>
          <p:sp>
            <p:nvSpPr>
              <p:cNvPr id="34" name="مستطيل 33"/>
              <p:cNvSpPr/>
              <p:nvPr/>
            </p:nvSpPr>
            <p:spPr>
              <a:xfrm>
                <a:off x="3447854" y="2874272"/>
                <a:ext cx="239687" cy="975429"/>
              </a:xfrm>
              <a:prstGeom prst="rect">
                <a:avLst/>
              </a:prstGeom>
              <a:solidFill>
                <a:srgbClr val="00FFFF"/>
              </a:solidFill>
              <a:ln w="57150">
                <a:solidFill>
                  <a:schemeClr val="tx1"/>
                </a:solidFill>
              </a:ln>
            </p:spPr>
            <p:style>
              <a:lnRef idx="2">
                <a:schemeClr val="dk1">
                  <a:shade val="50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1" anchor="ctr"/>
              <a:lstStyle/>
              <a:p>
                <a:pPr algn="ctr"/>
                <a:endParaRPr lang="ar-SA">
                  <a:ln>
                    <a:solidFill>
                      <a:sysClr val="windowText" lastClr="0080FF"/>
                    </a:solidFill>
                  </a:ln>
                </a:endParaRPr>
              </a:p>
            </p:txBody>
          </p:sp>
          <p:sp>
            <p:nvSpPr>
              <p:cNvPr id="35" name="مستطيل 34"/>
              <p:cNvSpPr/>
              <p:nvPr/>
            </p:nvSpPr>
            <p:spPr>
              <a:xfrm>
                <a:off x="2571248" y="3832532"/>
                <a:ext cx="1115093" cy="220067"/>
              </a:xfrm>
              <a:prstGeom prst="rect">
                <a:avLst/>
              </a:prstGeom>
              <a:solidFill>
                <a:srgbClr val="00FFFF"/>
              </a:solidFill>
              <a:ln w="57150">
                <a:solidFill>
                  <a:schemeClr val="tx1"/>
                </a:solidFill>
              </a:ln>
            </p:spPr>
            <p:style>
              <a:lnRef idx="2">
                <a:schemeClr val="dk1">
                  <a:shade val="50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1" anchor="ctr"/>
              <a:lstStyle/>
              <a:p>
                <a:pPr algn="ctr"/>
                <a:endParaRPr lang="ar-SA">
                  <a:ln>
                    <a:solidFill>
                      <a:sysClr val="windowText" lastClr="0080FF"/>
                    </a:solidFill>
                  </a:ln>
                </a:endParaRPr>
              </a:p>
            </p:txBody>
          </p:sp>
          <p:sp>
            <p:nvSpPr>
              <p:cNvPr id="36" name="مستطيل 35"/>
              <p:cNvSpPr/>
              <p:nvPr/>
            </p:nvSpPr>
            <p:spPr>
              <a:xfrm>
                <a:off x="2570598" y="3842017"/>
                <a:ext cx="239687" cy="959220"/>
              </a:xfrm>
              <a:prstGeom prst="rect">
                <a:avLst/>
              </a:prstGeom>
              <a:solidFill>
                <a:srgbClr val="00FFFF"/>
              </a:solidFill>
              <a:ln w="57150">
                <a:solidFill>
                  <a:schemeClr val="tx1"/>
                </a:solidFill>
              </a:ln>
            </p:spPr>
            <p:style>
              <a:lnRef idx="2">
                <a:schemeClr val="dk1">
                  <a:shade val="50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1" anchor="ctr"/>
              <a:lstStyle/>
              <a:p>
                <a:pPr algn="ctr"/>
                <a:endParaRPr lang="ar-SA">
                  <a:ln>
                    <a:solidFill>
                      <a:sysClr val="windowText" lastClr="0080FF"/>
                    </a:solidFill>
                  </a:ln>
                </a:endParaRPr>
              </a:p>
            </p:txBody>
          </p:sp>
          <p:sp>
            <p:nvSpPr>
              <p:cNvPr id="37" name="مستطيل 36"/>
              <p:cNvSpPr/>
              <p:nvPr/>
            </p:nvSpPr>
            <p:spPr>
              <a:xfrm>
                <a:off x="2577652" y="4591968"/>
                <a:ext cx="1115093" cy="220067"/>
              </a:xfrm>
              <a:prstGeom prst="rect">
                <a:avLst/>
              </a:prstGeom>
              <a:solidFill>
                <a:srgbClr val="00FFFF"/>
              </a:solidFill>
              <a:ln w="57150">
                <a:solidFill>
                  <a:schemeClr val="tx1"/>
                </a:solidFill>
              </a:ln>
            </p:spPr>
            <p:style>
              <a:lnRef idx="2">
                <a:schemeClr val="dk1">
                  <a:shade val="50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1" anchor="ctr"/>
              <a:lstStyle/>
              <a:p>
                <a:pPr algn="ctr"/>
                <a:endParaRPr lang="ar-SA">
                  <a:ln>
                    <a:solidFill>
                      <a:sysClr val="windowText" lastClr="0080FF"/>
                    </a:solidFill>
                  </a:ln>
                </a:endParaRPr>
              </a:p>
            </p:txBody>
          </p:sp>
        </p:grpSp>
        <p:grpSp>
          <p:nvGrpSpPr>
            <p:cNvPr id="7" name="مجموعة 39"/>
            <p:cNvGrpSpPr/>
            <p:nvPr/>
          </p:nvGrpSpPr>
          <p:grpSpPr>
            <a:xfrm>
              <a:off x="6258405" y="2880232"/>
              <a:ext cx="1122067" cy="1940766"/>
              <a:chOff x="3793121" y="2873828"/>
              <a:chExt cx="1122067" cy="1940766"/>
            </a:xfrm>
          </p:grpSpPr>
          <p:sp>
            <p:nvSpPr>
              <p:cNvPr id="41" name="مستطيل 40"/>
              <p:cNvSpPr/>
              <p:nvPr/>
            </p:nvSpPr>
            <p:spPr>
              <a:xfrm>
                <a:off x="3794285" y="4594527"/>
                <a:ext cx="1115093" cy="220067"/>
              </a:xfrm>
              <a:prstGeom prst="rect">
                <a:avLst/>
              </a:prstGeom>
              <a:solidFill>
                <a:srgbClr val="00FFFF"/>
              </a:solidFill>
              <a:ln w="57150">
                <a:solidFill>
                  <a:schemeClr val="tx1"/>
                </a:solidFill>
              </a:ln>
            </p:spPr>
            <p:style>
              <a:lnRef idx="2">
                <a:schemeClr val="dk1">
                  <a:shade val="50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1" anchor="ctr"/>
              <a:lstStyle/>
              <a:p>
                <a:pPr algn="ctr"/>
                <a:endParaRPr lang="ar-SA">
                  <a:ln>
                    <a:solidFill>
                      <a:sysClr val="windowText" lastClr="0080FF"/>
                    </a:solidFill>
                  </a:ln>
                </a:endParaRPr>
              </a:p>
            </p:txBody>
          </p:sp>
          <p:sp>
            <p:nvSpPr>
              <p:cNvPr id="42" name="مستطيل 41"/>
              <p:cNvSpPr/>
              <p:nvPr/>
            </p:nvSpPr>
            <p:spPr>
              <a:xfrm>
                <a:off x="3793121" y="2875110"/>
                <a:ext cx="239687" cy="1160288"/>
              </a:xfrm>
              <a:prstGeom prst="rect">
                <a:avLst/>
              </a:prstGeom>
              <a:solidFill>
                <a:srgbClr val="00FFFF"/>
              </a:solidFill>
              <a:ln w="57150">
                <a:solidFill>
                  <a:schemeClr val="tx1"/>
                </a:solidFill>
              </a:ln>
            </p:spPr>
            <p:style>
              <a:lnRef idx="2">
                <a:schemeClr val="dk1">
                  <a:shade val="50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1" anchor="ctr"/>
              <a:lstStyle/>
              <a:p>
                <a:pPr algn="ctr"/>
                <a:endParaRPr lang="ar-SA">
                  <a:ln>
                    <a:solidFill>
                      <a:sysClr val="windowText" lastClr="0080FF"/>
                    </a:solidFill>
                  </a:ln>
                </a:endParaRPr>
              </a:p>
            </p:txBody>
          </p:sp>
          <p:sp>
            <p:nvSpPr>
              <p:cNvPr id="44" name="مستطيل 43"/>
              <p:cNvSpPr/>
              <p:nvPr/>
            </p:nvSpPr>
            <p:spPr>
              <a:xfrm>
                <a:off x="4040170" y="2873828"/>
                <a:ext cx="871217" cy="220067"/>
              </a:xfrm>
              <a:prstGeom prst="rect">
                <a:avLst/>
              </a:prstGeom>
              <a:solidFill>
                <a:srgbClr val="00FFFF"/>
              </a:solidFill>
              <a:ln w="57150">
                <a:solidFill>
                  <a:schemeClr val="tx1"/>
                </a:solidFill>
              </a:ln>
            </p:spPr>
            <p:style>
              <a:lnRef idx="2">
                <a:schemeClr val="dk1">
                  <a:shade val="50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1" anchor="ctr"/>
              <a:lstStyle/>
              <a:p>
                <a:pPr algn="ctr"/>
                <a:endParaRPr lang="ar-SA">
                  <a:ln>
                    <a:solidFill>
                      <a:sysClr val="windowText" lastClr="0080FF"/>
                    </a:solidFill>
                  </a:ln>
                </a:endParaRPr>
              </a:p>
            </p:txBody>
          </p:sp>
          <p:sp>
            <p:nvSpPr>
              <p:cNvPr id="31" name="مستطيل 30"/>
              <p:cNvSpPr/>
              <p:nvPr/>
            </p:nvSpPr>
            <p:spPr>
              <a:xfrm>
                <a:off x="4038894" y="3817163"/>
                <a:ext cx="872494" cy="220067"/>
              </a:xfrm>
              <a:prstGeom prst="rect">
                <a:avLst/>
              </a:prstGeom>
              <a:solidFill>
                <a:srgbClr val="00FFFF"/>
              </a:solidFill>
              <a:ln w="57150">
                <a:solidFill>
                  <a:schemeClr val="tx1"/>
                </a:solidFill>
              </a:ln>
            </p:spPr>
            <p:style>
              <a:lnRef idx="2">
                <a:schemeClr val="dk1">
                  <a:shade val="50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1" anchor="ctr"/>
              <a:lstStyle/>
              <a:p>
                <a:pPr algn="ctr"/>
                <a:endParaRPr lang="ar-SA">
                  <a:ln>
                    <a:solidFill>
                      <a:sysClr val="windowText" lastClr="0080FF"/>
                    </a:solidFill>
                  </a:ln>
                </a:endParaRPr>
              </a:p>
            </p:txBody>
          </p:sp>
          <p:sp>
            <p:nvSpPr>
              <p:cNvPr id="32" name="مستطيل 31"/>
              <p:cNvSpPr/>
              <p:nvPr/>
            </p:nvSpPr>
            <p:spPr>
              <a:xfrm>
                <a:off x="4675501" y="4035398"/>
                <a:ext cx="239687" cy="567336"/>
              </a:xfrm>
              <a:prstGeom prst="rect">
                <a:avLst/>
              </a:prstGeom>
              <a:solidFill>
                <a:srgbClr val="00FFFF"/>
              </a:solidFill>
              <a:ln w="57150">
                <a:solidFill>
                  <a:schemeClr val="tx1"/>
                </a:solidFill>
              </a:ln>
            </p:spPr>
            <p:style>
              <a:lnRef idx="2">
                <a:schemeClr val="dk1">
                  <a:shade val="50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1" anchor="ctr"/>
              <a:lstStyle/>
              <a:p>
                <a:pPr algn="ctr"/>
                <a:endParaRPr lang="ar-SA">
                  <a:ln>
                    <a:solidFill>
                      <a:sysClr val="windowText" lastClr="0080FF"/>
                    </a:solidFill>
                  </a:ln>
                </a:endParaRPr>
              </a:p>
            </p:txBody>
          </p:sp>
        </p:grpSp>
        <p:grpSp>
          <p:nvGrpSpPr>
            <p:cNvPr id="12" name="مجموعة 44"/>
            <p:cNvGrpSpPr/>
            <p:nvPr/>
          </p:nvGrpSpPr>
          <p:grpSpPr>
            <a:xfrm>
              <a:off x="5028198" y="2878951"/>
              <a:ext cx="1122147" cy="1939488"/>
              <a:chOff x="2570598" y="2872547"/>
              <a:chExt cx="1122147" cy="1939488"/>
            </a:xfrm>
          </p:grpSpPr>
          <p:sp>
            <p:nvSpPr>
              <p:cNvPr id="46" name="مستطيل 45"/>
              <p:cNvSpPr/>
              <p:nvPr/>
            </p:nvSpPr>
            <p:spPr>
              <a:xfrm>
                <a:off x="2571225" y="2872547"/>
                <a:ext cx="1115095" cy="220067"/>
              </a:xfrm>
              <a:prstGeom prst="rect">
                <a:avLst/>
              </a:prstGeom>
              <a:solidFill>
                <a:srgbClr val="00FFFF"/>
              </a:solidFill>
              <a:ln w="57150">
                <a:solidFill>
                  <a:schemeClr val="tx1"/>
                </a:solidFill>
              </a:ln>
            </p:spPr>
            <p:style>
              <a:lnRef idx="2">
                <a:schemeClr val="dk1">
                  <a:shade val="50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1" anchor="ctr"/>
              <a:lstStyle/>
              <a:p>
                <a:pPr algn="ctr"/>
                <a:endParaRPr lang="ar-SA">
                  <a:ln>
                    <a:solidFill>
                      <a:sysClr val="windowText" lastClr="0080FF"/>
                    </a:solidFill>
                  </a:ln>
                </a:endParaRPr>
              </a:p>
            </p:txBody>
          </p:sp>
          <p:sp>
            <p:nvSpPr>
              <p:cNvPr id="47" name="مستطيل 46"/>
              <p:cNvSpPr/>
              <p:nvPr/>
            </p:nvSpPr>
            <p:spPr>
              <a:xfrm>
                <a:off x="3447854" y="2874272"/>
                <a:ext cx="239687" cy="975429"/>
              </a:xfrm>
              <a:prstGeom prst="rect">
                <a:avLst/>
              </a:prstGeom>
              <a:solidFill>
                <a:srgbClr val="00FFFF"/>
              </a:solidFill>
              <a:ln w="57150">
                <a:solidFill>
                  <a:schemeClr val="tx1"/>
                </a:solidFill>
              </a:ln>
            </p:spPr>
            <p:style>
              <a:lnRef idx="2">
                <a:schemeClr val="dk1">
                  <a:shade val="50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1" anchor="ctr"/>
              <a:lstStyle/>
              <a:p>
                <a:pPr algn="ctr"/>
                <a:endParaRPr lang="ar-SA">
                  <a:ln>
                    <a:solidFill>
                      <a:sysClr val="windowText" lastClr="0080FF"/>
                    </a:solidFill>
                  </a:ln>
                </a:endParaRPr>
              </a:p>
            </p:txBody>
          </p:sp>
          <p:sp>
            <p:nvSpPr>
              <p:cNvPr id="48" name="مستطيل 47"/>
              <p:cNvSpPr/>
              <p:nvPr/>
            </p:nvSpPr>
            <p:spPr>
              <a:xfrm>
                <a:off x="2571248" y="3832532"/>
                <a:ext cx="1115093" cy="220067"/>
              </a:xfrm>
              <a:prstGeom prst="rect">
                <a:avLst/>
              </a:prstGeom>
              <a:solidFill>
                <a:srgbClr val="00FFFF"/>
              </a:solidFill>
              <a:ln w="57150">
                <a:solidFill>
                  <a:schemeClr val="tx1"/>
                </a:solidFill>
              </a:ln>
            </p:spPr>
            <p:style>
              <a:lnRef idx="2">
                <a:schemeClr val="dk1">
                  <a:shade val="50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1" anchor="ctr"/>
              <a:lstStyle/>
              <a:p>
                <a:pPr algn="ctr"/>
                <a:endParaRPr lang="ar-SA">
                  <a:ln>
                    <a:solidFill>
                      <a:sysClr val="windowText" lastClr="0080FF"/>
                    </a:solidFill>
                  </a:ln>
                </a:endParaRPr>
              </a:p>
            </p:txBody>
          </p:sp>
          <p:sp>
            <p:nvSpPr>
              <p:cNvPr id="49" name="مستطيل 48"/>
              <p:cNvSpPr/>
              <p:nvPr/>
            </p:nvSpPr>
            <p:spPr>
              <a:xfrm>
                <a:off x="2570598" y="3842017"/>
                <a:ext cx="239687" cy="959220"/>
              </a:xfrm>
              <a:prstGeom prst="rect">
                <a:avLst/>
              </a:prstGeom>
              <a:solidFill>
                <a:srgbClr val="00FFFF"/>
              </a:solidFill>
              <a:ln w="57150">
                <a:solidFill>
                  <a:schemeClr val="tx1"/>
                </a:solidFill>
              </a:ln>
            </p:spPr>
            <p:style>
              <a:lnRef idx="2">
                <a:schemeClr val="dk1">
                  <a:shade val="50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1" anchor="ctr"/>
              <a:lstStyle/>
              <a:p>
                <a:pPr algn="ctr"/>
                <a:endParaRPr lang="ar-SA">
                  <a:ln>
                    <a:solidFill>
                      <a:sysClr val="windowText" lastClr="0080FF"/>
                    </a:solidFill>
                  </a:ln>
                </a:endParaRPr>
              </a:p>
            </p:txBody>
          </p:sp>
          <p:sp>
            <p:nvSpPr>
              <p:cNvPr id="50" name="مستطيل 49"/>
              <p:cNvSpPr/>
              <p:nvPr/>
            </p:nvSpPr>
            <p:spPr>
              <a:xfrm>
                <a:off x="2577652" y="4591968"/>
                <a:ext cx="1115093" cy="220067"/>
              </a:xfrm>
              <a:prstGeom prst="rect">
                <a:avLst/>
              </a:prstGeom>
              <a:solidFill>
                <a:srgbClr val="00FFFF"/>
              </a:solidFill>
              <a:ln w="57150">
                <a:solidFill>
                  <a:schemeClr val="tx1"/>
                </a:solidFill>
              </a:ln>
            </p:spPr>
            <p:style>
              <a:lnRef idx="2">
                <a:schemeClr val="dk1">
                  <a:shade val="50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1" anchor="ctr"/>
              <a:lstStyle/>
              <a:p>
                <a:pPr algn="ctr"/>
                <a:endParaRPr lang="ar-SA">
                  <a:ln>
                    <a:solidFill>
                      <a:sysClr val="windowText" lastClr="0080FF"/>
                    </a:solidFill>
                  </a:ln>
                </a:endParaRPr>
              </a:p>
            </p:txBody>
          </p:sp>
        </p:grpSp>
      </p:grp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عنوان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ar-SA" dirty="0"/>
          </a:p>
        </p:txBody>
      </p:sp>
      <p:grpSp>
        <p:nvGrpSpPr>
          <p:cNvPr id="3" name="مجموعة 6"/>
          <p:cNvGrpSpPr/>
          <p:nvPr/>
        </p:nvGrpSpPr>
        <p:grpSpPr>
          <a:xfrm>
            <a:off x="9495881" y="2036982"/>
            <a:ext cx="1507468" cy="2571768"/>
            <a:chOff x="3571876" y="3571868"/>
            <a:chExt cx="1507468" cy="2571768"/>
          </a:xfrm>
        </p:grpSpPr>
        <p:sp>
          <p:nvSpPr>
            <p:cNvPr id="8" name="نصف إطار 7"/>
            <p:cNvSpPr/>
            <p:nvPr/>
          </p:nvSpPr>
          <p:spPr>
            <a:xfrm rot="10800000" flipH="1">
              <a:off x="3571877" y="4704552"/>
              <a:ext cx="1457323" cy="1437167"/>
            </a:xfrm>
            <a:prstGeom prst="halfFrame">
              <a:avLst>
                <a:gd name="adj1" fmla="val 20513"/>
                <a:gd name="adj2" fmla="val 23140"/>
              </a:avLst>
            </a:prstGeom>
            <a:noFill/>
            <a:ln w="57150">
              <a:solidFill>
                <a:schemeClr val="tx1"/>
              </a:solidFill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1" anchor="ctr"/>
            <a:lstStyle/>
            <a:p>
              <a:pPr algn="ctr"/>
              <a:endParaRPr lang="ar-SA">
                <a:ln>
                  <a:solidFill>
                    <a:sysClr val="windowText" lastClr="0080FF"/>
                  </a:solidFill>
                </a:ln>
                <a:solidFill>
                  <a:schemeClr val="tx1"/>
                </a:solidFill>
              </a:endParaRPr>
            </a:p>
          </p:txBody>
        </p:sp>
        <p:sp>
          <p:nvSpPr>
            <p:cNvPr id="9" name="مستطيل 8"/>
            <p:cNvSpPr/>
            <p:nvPr/>
          </p:nvSpPr>
          <p:spPr>
            <a:xfrm>
              <a:off x="3571876" y="4705352"/>
              <a:ext cx="1500198" cy="320614"/>
            </a:xfrm>
            <a:prstGeom prst="rect">
              <a:avLst/>
            </a:prstGeom>
            <a:noFill/>
            <a:ln w="57150">
              <a:solidFill>
                <a:schemeClr val="tx1"/>
              </a:solidFill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1" anchor="ctr"/>
            <a:lstStyle/>
            <a:p>
              <a:pPr algn="ctr"/>
              <a:endParaRPr lang="ar-SA">
                <a:ln>
                  <a:solidFill>
                    <a:sysClr val="windowText" lastClr="0080FF"/>
                  </a:solidFill>
                </a:ln>
              </a:endParaRPr>
            </a:p>
          </p:txBody>
        </p:sp>
        <p:sp>
          <p:nvSpPr>
            <p:cNvPr id="10" name="نصف إطار 9"/>
            <p:cNvSpPr/>
            <p:nvPr/>
          </p:nvSpPr>
          <p:spPr>
            <a:xfrm>
              <a:off x="3571876" y="3571868"/>
              <a:ext cx="1501200" cy="1441749"/>
            </a:xfrm>
            <a:prstGeom prst="halfFrame">
              <a:avLst>
                <a:gd name="adj1" fmla="val 20513"/>
                <a:gd name="adj2" fmla="val 23140"/>
              </a:avLst>
            </a:prstGeom>
            <a:noFill/>
            <a:ln w="57150">
              <a:solidFill>
                <a:schemeClr val="tx1"/>
              </a:solidFill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1" anchor="ctr"/>
            <a:lstStyle/>
            <a:p>
              <a:pPr algn="ctr"/>
              <a:endParaRPr lang="ar-SA">
                <a:ln>
                  <a:solidFill>
                    <a:sysClr val="windowText" lastClr="0080FF"/>
                  </a:solidFill>
                </a:ln>
                <a:solidFill>
                  <a:schemeClr val="tx1"/>
                </a:solidFill>
              </a:endParaRPr>
            </a:p>
          </p:txBody>
        </p:sp>
        <p:sp>
          <p:nvSpPr>
            <p:cNvPr id="11" name="مستطيل 10"/>
            <p:cNvSpPr/>
            <p:nvPr/>
          </p:nvSpPr>
          <p:spPr>
            <a:xfrm>
              <a:off x="4755344" y="4714876"/>
              <a:ext cx="324000" cy="1428760"/>
            </a:xfrm>
            <a:prstGeom prst="rect">
              <a:avLst/>
            </a:prstGeom>
            <a:noFill/>
            <a:ln w="57150">
              <a:solidFill>
                <a:schemeClr val="tx1"/>
              </a:solidFill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1" anchor="ctr"/>
            <a:lstStyle/>
            <a:p>
              <a:pPr algn="ctr"/>
              <a:endParaRPr lang="ar-SA">
                <a:ln>
                  <a:solidFill>
                    <a:sysClr val="windowText" lastClr="0080FF"/>
                  </a:solidFill>
                </a:ln>
              </a:endParaRPr>
            </a:p>
          </p:txBody>
        </p:sp>
      </p:grpSp>
      <p:grpSp>
        <p:nvGrpSpPr>
          <p:cNvPr id="4" name="مجموعة 50"/>
          <p:cNvGrpSpPr/>
          <p:nvPr/>
        </p:nvGrpSpPr>
        <p:grpSpPr>
          <a:xfrm>
            <a:off x="2570598" y="2872547"/>
            <a:ext cx="4804064" cy="1948451"/>
            <a:chOff x="2570598" y="2872547"/>
            <a:chExt cx="4804064" cy="1948451"/>
          </a:xfrm>
        </p:grpSpPr>
        <p:grpSp>
          <p:nvGrpSpPr>
            <p:cNvPr id="5" name="مجموعة 37"/>
            <p:cNvGrpSpPr/>
            <p:nvPr/>
          </p:nvGrpSpPr>
          <p:grpSpPr>
            <a:xfrm>
              <a:off x="3794282" y="2873828"/>
              <a:ext cx="1115096" cy="1940766"/>
              <a:chOff x="3794282" y="2873828"/>
              <a:chExt cx="1115096" cy="1940766"/>
            </a:xfrm>
          </p:grpSpPr>
          <p:sp>
            <p:nvSpPr>
              <p:cNvPr id="18" name="مستطيل 17"/>
              <p:cNvSpPr/>
              <p:nvPr/>
            </p:nvSpPr>
            <p:spPr>
              <a:xfrm>
                <a:off x="3794285" y="4594527"/>
                <a:ext cx="1115093" cy="220067"/>
              </a:xfrm>
              <a:prstGeom prst="rect">
                <a:avLst/>
              </a:prstGeom>
              <a:solidFill>
                <a:srgbClr val="00FFFF"/>
              </a:solidFill>
              <a:ln w="57150">
                <a:solidFill>
                  <a:schemeClr val="tx1"/>
                </a:solidFill>
              </a:ln>
            </p:spPr>
            <p:style>
              <a:lnRef idx="2">
                <a:schemeClr val="dk1">
                  <a:shade val="50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1" anchor="ctr"/>
              <a:lstStyle/>
              <a:p>
                <a:pPr algn="ctr"/>
                <a:endParaRPr lang="ar-SA">
                  <a:ln>
                    <a:solidFill>
                      <a:sysClr val="windowText" lastClr="0080FF"/>
                    </a:solidFill>
                  </a:ln>
                </a:endParaRPr>
              </a:p>
            </p:txBody>
          </p:sp>
          <p:sp>
            <p:nvSpPr>
              <p:cNvPr id="20" name="مستطيل 19"/>
              <p:cNvSpPr/>
              <p:nvPr/>
            </p:nvSpPr>
            <p:spPr>
              <a:xfrm>
                <a:off x="4669101" y="2883238"/>
                <a:ext cx="239687" cy="1926741"/>
              </a:xfrm>
              <a:prstGeom prst="rect">
                <a:avLst/>
              </a:prstGeom>
              <a:solidFill>
                <a:srgbClr val="00FFFF"/>
              </a:solidFill>
              <a:ln w="57150">
                <a:solidFill>
                  <a:schemeClr val="tx1"/>
                </a:solidFill>
              </a:ln>
            </p:spPr>
            <p:style>
              <a:lnRef idx="2">
                <a:schemeClr val="dk1">
                  <a:shade val="50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1" anchor="ctr"/>
              <a:lstStyle/>
              <a:p>
                <a:pPr algn="ctr"/>
                <a:endParaRPr lang="ar-SA">
                  <a:ln>
                    <a:solidFill>
                      <a:sysClr val="windowText" lastClr="0080FF"/>
                    </a:solidFill>
                  </a:ln>
                </a:endParaRPr>
              </a:p>
            </p:txBody>
          </p:sp>
          <p:sp>
            <p:nvSpPr>
              <p:cNvPr id="21" name="مستطيل 20"/>
              <p:cNvSpPr/>
              <p:nvPr/>
            </p:nvSpPr>
            <p:spPr>
              <a:xfrm>
                <a:off x="3794915" y="2883234"/>
                <a:ext cx="239687" cy="1926741"/>
              </a:xfrm>
              <a:prstGeom prst="rect">
                <a:avLst/>
              </a:prstGeom>
              <a:solidFill>
                <a:srgbClr val="00FFFF"/>
              </a:solidFill>
              <a:ln w="57150">
                <a:solidFill>
                  <a:schemeClr val="tx1"/>
                </a:solidFill>
              </a:ln>
            </p:spPr>
            <p:style>
              <a:lnRef idx="2">
                <a:schemeClr val="dk1">
                  <a:shade val="50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1" anchor="ctr"/>
              <a:lstStyle/>
              <a:p>
                <a:pPr algn="ctr"/>
                <a:endParaRPr lang="ar-SA">
                  <a:ln>
                    <a:solidFill>
                      <a:sysClr val="windowText" lastClr="0080FF"/>
                    </a:solidFill>
                  </a:ln>
                </a:endParaRPr>
              </a:p>
            </p:txBody>
          </p:sp>
          <p:sp>
            <p:nvSpPr>
              <p:cNvPr id="22" name="مستطيل 21"/>
              <p:cNvSpPr/>
              <p:nvPr/>
            </p:nvSpPr>
            <p:spPr>
              <a:xfrm>
                <a:off x="3794282" y="2873828"/>
                <a:ext cx="1115093" cy="220067"/>
              </a:xfrm>
              <a:prstGeom prst="rect">
                <a:avLst/>
              </a:prstGeom>
              <a:solidFill>
                <a:srgbClr val="00FFFF"/>
              </a:solidFill>
              <a:ln w="57150">
                <a:solidFill>
                  <a:schemeClr val="tx1"/>
                </a:solidFill>
              </a:ln>
            </p:spPr>
            <p:style>
              <a:lnRef idx="2">
                <a:schemeClr val="dk1">
                  <a:shade val="50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1" anchor="ctr"/>
              <a:lstStyle/>
              <a:p>
                <a:pPr algn="ctr"/>
                <a:endParaRPr lang="ar-SA">
                  <a:ln>
                    <a:solidFill>
                      <a:sysClr val="windowText" lastClr="0080FF"/>
                    </a:solidFill>
                  </a:ln>
                </a:endParaRPr>
              </a:p>
            </p:txBody>
          </p:sp>
        </p:grpSp>
        <p:grpSp>
          <p:nvGrpSpPr>
            <p:cNvPr id="6" name="مجموعة 38"/>
            <p:cNvGrpSpPr/>
            <p:nvPr/>
          </p:nvGrpSpPr>
          <p:grpSpPr>
            <a:xfrm>
              <a:off x="2570598" y="2872547"/>
              <a:ext cx="1122147" cy="1939488"/>
              <a:chOff x="2570598" y="2872547"/>
              <a:chExt cx="1122147" cy="1939488"/>
            </a:xfrm>
          </p:grpSpPr>
          <p:sp>
            <p:nvSpPr>
              <p:cNvPr id="33" name="مستطيل 32"/>
              <p:cNvSpPr/>
              <p:nvPr/>
            </p:nvSpPr>
            <p:spPr>
              <a:xfrm>
                <a:off x="2571225" y="2872547"/>
                <a:ext cx="1115095" cy="220067"/>
              </a:xfrm>
              <a:prstGeom prst="rect">
                <a:avLst/>
              </a:prstGeom>
              <a:solidFill>
                <a:srgbClr val="00FFFF"/>
              </a:solidFill>
              <a:ln w="57150">
                <a:solidFill>
                  <a:schemeClr val="tx1"/>
                </a:solidFill>
              </a:ln>
            </p:spPr>
            <p:style>
              <a:lnRef idx="2">
                <a:schemeClr val="dk1">
                  <a:shade val="50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1" anchor="ctr"/>
              <a:lstStyle/>
              <a:p>
                <a:pPr algn="ctr"/>
                <a:endParaRPr lang="ar-SA">
                  <a:ln>
                    <a:solidFill>
                      <a:sysClr val="windowText" lastClr="0080FF"/>
                    </a:solidFill>
                  </a:ln>
                </a:endParaRPr>
              </a:p>
            </p:txBody>
          </p:sp>
          <p:sp>
            <p:nvSpPr>
              <p:cNvPr id="34" name="مستطيل 33"/>
              <p:cNvSpPr/>
              <p:nvPr/>
            </p:nvSpPr>
            <p:spPr>
              <a:xfrm>
                <a:off x="3447854" y="2874272"/>
                <a:ext cx="239687" cy="975429"/>
              </a:xfrm>
              <a:prstGeom prst="rect">
                <a:avLst/>
              </a:prstGeom>
              <a:solidFill>
                <a:srgbClr val="00FFFF"/>
              </a:solidFill>
              <a:ln w="57150">
                <a:solidFill>
                  <a:schemeClr val="tx1"/>
                </a:solidFill>
              </a:ln>
            </p:spPr>
            <p:style>
              <a:lnRef idx="2">
                <a:schemeClr val="dk1">
                  <a:shade val="50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1" anchor="ctr"/>
              <a:lstStyle/>
              <a:p>
                <a:pPr algn="ctr"/>
                <a:endParaRPr lang="ar-SA">
                  <a:ln>
                    <a:solidFill>
                      <a:sysClr val="windowText" lastClr="0080FF"/>
                    </a:solidFill>
                  </a:ln>
                </a:endParaRPr>
              </a:p>
            </p:txBody>
          </p:sp>
          <p:sp>
            <p:nvSpPr>
              <p:cNvPr id="35" name="مستطيل 34"/>
              <p:cNvSpPr/>
              <p:nvPr/>
            </p:nvSpPr>
            <p:spPr>
              <a:xfrm>
                <a:off x="2571248" y="3832532"/>
                <a:ext cx="1115093" cy="220067"/>
              </a:xfrm>
              <a:prstGeom prst="rect">
                <a:avLst/>
              </a:prstGeom>
              <a:solidFill>
                <a:srgbClr val="00FFFF"/>
              </a:solidFill>
              <a:ln w="57150">
                <a:solidFill>
                  <a:schemeClr val="tx1"/>
                </a:solidFill>
              </a:ln>
            </p:spPr>
            <p:style>
              <a:lnRef idx="2">
                <a:schemeClr val="dk1">
                  <a:shade val="50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1" anchor="ctr"/>
              <a:lstStyle/>
              <a:p>
                <a:pPr algn="ctr"/>
                <a:endParaRPr lang="ar-SA">
                  <a:ln>
                    <a:solidFill>
                      <a:sysClr val="windowText" lastClr="0080FF"/>
                    </a:solidFill>
                  </a:ln>
                </a:endParaRPr>
              </a:p>
            </p:txBody>
          </p:sp>
          <p:sp>
            <p:nvSpPr>
              <p:cNvPr id="36" name="مستطيل 35"/>
              <p:cNvSpPr/>
              <p:nvPr/>
            </p:nvSpPr>
            <p:spPr>
              <a:xfrm>
                <a:off x="2570598" y="3842017"/>
                <a:ext cx="239687" cy="959220"/>
              </a:xfrm>
              <a:prstGeom prst="rect">
                <a:avLst/>
              </a:prstGeom>
              <a:solidFill>
                <a:srgbClr val="00FFFF"/>
              </a:solidFill>
              <a:ln w="57150">
                <a:solidFill>
                  <a:schemeClr val="tx1"/>
                </a:solidFill>
              </a:ln>
            </p:spPr>
            <p:style>
              <a:lnRef idx="2">
                <a:schemeClr val="dk1">
                  <a:shade val="50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1" anchor="ctr"/>
              <a:lstStyle/>
              <a:p>
                <a:pPr algn="ctr"/>
                <a:endParaRPr lang="ar-SA">
                  <a:ln>
                    <a:solidFill>
                      <a:sysClr val="windowText" lastClr="0080FF"/>
                    </a:solidFill>
                  </a:ln>
                </a:endParaRPr>
              </a:p>
            </p:txBody>
          </p:sp>
          <p:sp>
            <p:nvSpPr>
              <p:cNvPr id="37" name="مستطيل 36"/>
              <p:cNvSpPr/>
              <p:nvPr/>
            </p:nvSpPr>
            <p:spPr>
              <a:xfrm>
                <a:off x="2577652" y="4591968"/>
                <a:ext cx="1115093" cy="220067"/>
              </a:xfrm>
              <a:prstGeom prst="rect">
                <a:avLst/>
              </a:prstGeom>
              <a:solidFill>
                <a:srgbClr val="00FFFF"/>
              </a:solidFill>
              <a:ln w="57150">
                <a:solidFill>
                  <a:schemeClr val="tx1"/>
                </a:solidFill>
              </a:ln>
            </p:spPr>
            <p:style>
              <a:lnRef idx="2">
                <a:schemeClr val="dk1">
                  <a:shade val="50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1" anchor="ctr"/>
              <a:lstStyle/>
              <a:p>
                <a:pPr algn="ctr"/>
                <a:endParaRPr lang="ar-SA">
                  <a:ln>
                    <a:solidFill>
                      <a:sysClr val="windowText" lastClr="0080FF"/>
                    </a:solidFill>
                  </a:ln>
                </a:endParaRPr>
              </a:p>
            </p:txBody>
          </p:sp>
        </p:grpSp>
        <p:grpSp>
          <p:nvGrpSpPr>
            <p:cNvPr id="7" name="مجموعة 39"/>
            <p:cNvGrpSpPr/>
            <p:nvPr/>
          </p:nvGrpSpPr>
          <p:grpSpPr>
            <a:xfrm>
              <a:off x="6259566" y="2880232"/>
              <a:ext cx="1115096" cy="1940766"/>
              <a:chOff x="3794282" y="2873828"/>
              <a:chExt cx="1115096" cy="1940766"/>
            </a:xfrm>
          </p:grpSpPr>
          <p:sp>
            <p:nvSpPr>
              <p:cNvPr id="41" name="مستطيل 40"/>
              <p:cNvSpPr/>
              <p:nvPr/>
            </p:nvSpPr>
            <p:spPr>
              <a:xfrm>
                <a:off x="3794285" y="4594527"/>
                <a:ext cx="1115093" cy="220067"/>
              </a:xfrm>
              <a:prstGeom prst="rect">
                <a:avLst/>
              </a:prstGeom>
              <a:solidFill>
                <a:srgbClr val="00FFFF"/>
              </a:solidFill>
              <a:ln w="57150">
                <a:solidFill>
                  <a:schemeClr val="tx1"/>
                </a:solidFill>
              </a:ln>
            </p:spPr>
            <p:style>
              <a:lnRef idx="2">
                <a:schemeClr val="dk1">
                  <a:shade val="50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1" anchor="ctr"/>
              <a:lstStyle/>
              <a:p>
                <a:pPr algn="ctr"/>
                <a:endParaRPr lang="ar-SA">
                  <a:ln>
                    <a:solidFill>
                      <a:sysClr val="windowText" lastClr="0080FF"/>
                    </a:solidFill>
                  </a:ln>
                </a:endParaRPr>
              </a:p>
            </p:txBody>
          </p:sp>
          <p:sp>
            <p:nvSpPr>
              <p:cNvPr id="42" name="مستطيل 41"/>
              <p:cNvSpPr/>
              <p:nvPr/>
            </p:nvSpPr>
            <p:spPr>
              <a:xfrm>
                <a:off x="4669101" y="4043082"/>
                <a:ext cx="239687" cy="766897"/>
              </a:xfrm>
              <a:prstGeom prst="rect">
                <a:avLst/>
              </a:prstGeom>
              <a:solidFill>
                <a:srgbClr val="00FFFF"/>
              </a:solidFill>
              <a:ln w="57150">
                <a:solidFill>
                  <a:schemeClr val="tx1"/>
                </a:solidFill>
              </a:ln>
            </p:spPr>
            <p:style>
              <a:lnRef idx="2">
                <a:schemeClr val="dk1">
                  <a:shade val="50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1" anchor="ctr"/>
              <a:lstStyle/>
              <a:p>
                <a:pPr algn="ctr"/>
                <a:endParaRPr lang="ar-SA">
                  <a:ln>
                    <a:solidFill>
                      <a:sysClr val="windowText" lastClr="0080FF"/>
                    </a:solidFill>
                  </a:ln>
                </a:endParaRPr>
              </a:p>
            </p:txBody>
          </p:sp>
          <p:sp>
            <p:nvSpPr>
              <p:cNvPr id="43" name="مستطيل 42"/>
              <p:cNvSpPr/>
              <p:nvPr/>
            </p:nvSpPr>
            <p:spPr>
              <a:xfrm>
                <a:off x="3794915" y="2883234"/>
                <a:ext cx="239687" cy="1926741"/>
              </a:xfrm>
              <a:prstGeom prst="rect">
                <a:avLst/>
              </a:prstGeom>
              <a:solidFill>
                <a:srgbClr val="00FFFF"/>
              </a:solidFill>
              <a:ln w="57150">
                <a:solidFill>
                  <a:schemeClr val="tx1"/>
                </a:solidFill>
              </a:ln>
            </p:spPr>
            <p:style>
              <a:lnRef idx="2">
                <a:schemeClr val="dk1">
                  <a:shade val="50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1" anchor="ctr"/>
              <a:lstStyle/>
              <a:p>
                <a:pPr algn="ctr"/>
                <a:endParaRPr lang="ar-SA">
                  <a:ln>
                    <a:solidFill>
                      <a:sysClr val="windowText" lastClr="0080FF"/>
                    </a:solidFill>
                  </a:ln>
                </a:endParaRPr>
              </a:p>
            </p:txBody>
          </p:sp>
          <p:sp>
            <p:nvSpPr>
              <p:cNvPr id="44" name="مستطيل 43"/>
              <p:cNvSpPr/>
              <p:nvPr/>
            </p:nvSpPr>
            <p:spPr>
              <a:xfrm>
                <a:off x="3794282" y="2873828"/>
                <a:ext cx="1115093" cy="220067"/>
              </a:xfrm>
              <a:prstGeom prst="rect">
                <a:avLst/>
              </a:prstGeom>
              <a:solidFill>
                <a:srgbClr val="00FFFF"/>
              </a:solidFill>
              <a:ln w="57150">
                <a:solidFill>
                  <a:schemeClr val="tx1"/>
                </a:solidFill>
              </a:ln>
            </p:spPr>
            <p:style>
              <a:lnRef idx="2">
                <a:schemeClr val="dk1">
                  <a:shade val="50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1" anchor="ctr"/>
              <a:lstStyle/>
              <a:p>
                <a:pPr algn="ctr"/>
                <a:endParaRPr lang="ar-SA">
                  <a:ln>
                    <a:solidFill>
                      <a:sysClr val="windowText" lastClr="0080FF"/>
                    </a:solidFill>
                  </a:ln>
                </a:endParaRPr>
              </a:p>
            </p:txBody>
          </p:sp>
          <p:sp>
            <p:nvSpPr>
              <p:cNvPr id="31" name="مستطيل 30"/>
              <p:cNvSpPr/>
              <p:nvPr/>
            </p:nvSpPr>
            <p:spPr>
              <a:xfrm>
                <a:off x="3797203" y="3825364"/>
                <a:ext cx="1103208" cy="220067"/>
              </a:xfrm>
              <a:prstGeom prst="rect">
                <a:avLst/>
              </a:prstGeom>
              <a:solidFill>
                <a:srgbClr val="00FFFF"/>
              </a:solidFill>
              <a:ln w="57150">
                <a:solidFill>
                  <a:schemeClr val="tx1"/>
                </a:solidFill>
              </a:ln>
            </p:spPr>
            <p:style>
              <a:lnRef idx="2">
                <a:schemeClr val="dk1">
                  <a:shade val="50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1" anchor="ctr"/>
              <a:lstStyle/>
              <a:p>
                <a:pPr algn="ctr"/>
                <a:endParaRPr lang="ar-SA">
                  <a:ln>
                    <a:solidFill>
                      <a:sysClr val="windowText" lastClr="0080FF"/>
                    </a:solidFill>
                  </a:ln>
                </a:endParaRPr>
              </a:p>
            </p:txBody>
          </p:sp>
        </p:grpSp>
        <p:grpSp>
          <p:nvGrpSpPr>
            <p:cNvPr id="12" name="مجموعة 44"/>
            <p:cNvGrpSpPr/>
            <p:nvPr/>
          </p:nvGrpSpPr>
          <p:grpSpPr>
            <a:xfrm>
              <a:off x="5028198" y="2878951"/>
              <a:ext cx="1122147" cy="1939488"/>
              <a:chOff x="2570598" y="2872547"/>
              <a:chExt cx="1122147" cy="1939488"/>
            </a:xfrm>
          </p:grpSpPr>
          <p:sp>
            <p:nvSpPr>
              <p:cNvPr id="46" name="مستطيل 45"/>
              <p:cNvSpPr/>
              <p:nvPr/>
            </p:nvSpPr>
            <p:spPr>
              <a:xfrm>
                <a:off x="2571225" y="2872547"/>
                <a:ext cx="1115095" cy="220067"/>
              </a:xfrm>
              <a:prstGeom prst="rect">
                <a:avLst/>
              </a:prstGeom>
              <a:solidFill>
                <a:srgbClr val="00FFFF"/>
              </a:solidFill>
              <a:ln w="57150">
                <a:solidFill>
                  <a:schemeClr val="tx1"/>
                </a:solidFill>
              </a:ln>
            </p:spPr>
            <p:style>
              <a:lnRef idx="2">
                <a:schemeClr val="dk1">
                  <a:shade val="50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1" anchor="ctr"/>
              <a:lstStyle/>
              <a:p>
                <a:pPr algn="ctr"/>
                <a:endParaRPr lang="ar-SA">
                  <a:ln>
                    <a:solidFill>
                      <a:sysClr val="windowText" lastClr="0080FF"/>
                    </a:solidFill>
                  </a:ln>
                </a:endParaRPr>
              </a:p>
            </p:txBody>
          </p:sp>
          <p:sp>
            <p:nvSpPr>
              <p:cNvPr id="47" name="مستطيل 46"/>
              <p:cNvSpPr/>
              <p:nvPr/>
            </p:nvSpPr>
            <p:spPr>
              <a:xfrm>
                <a:off x="3447854" y="2874272"/>
                <a:ext cx="239687" cy="975429"/>
              </a:xfrm>
              <a:prstGeom prst="rect">
                <a:avLst/>
              </a:prstGeom>
              <a:solidFill>
                <a:srgbClr val="00FFFF"/>
              </a:solidFill>
              <a:ln w="57150">
                <a:solidFill>
                  <a:schemeClr val="tx1"/>
                </a:solidFill>
              </a:ln>
            </p:spPr>
            <p:style>
              <a:lnRef idx="2">
                <a:schemeClr val="dk1">
                  <a:shade val="50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1" anchor="ctr"/>
              <a:lstStyle/>
              <a:p>
                <a:pPr algn="ctr"/>
                <a:endParaRPr lang="ar-SA">
                  <a:ln>
                    <a:solidFill>
                      <a:sysClr val="windowText" lastClr="0080FF"/>
                    </a:solidFill>
                  </a:ln>
                </a:endParaRPr>
              </a:p>
            </p:txBody>
          </p:sp>
          <p:sp>
            <p:nvSpPr>
              <p:cNvPr id="48" name="مستطيل 47"/>
              <p:cNvSpPr/>
              <p:nvPr/>
            </p:nvSpPr>
            <p:spPr>
              <a:xfrm>
                <a:off x="2571248" y="3832532"/>
                <a:ext cx="1115093" cy="220067"/>
              </a:xfrm>
              <a:prstGeom prst="rect">
                <a:avLst/>
              </a:prstGeom>
              <a:solidFill>
                <a:srgbClr val="00FFFF"/>
              </a:solidFill>
              <a:ln w="57150">
                <a:solidFill>
                  <a:schemeClr val="tx1"/>
                </a:solidFill>
              </a:ln>
            </p:spPr>
            <p:style>
              <a:lnRef idx="2">
                <a:schemeClr val="dk1">
                  <a:shade val="50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1" anchor="ctr"/>
              <a:lstStyle/>
              <a:p>
                <a:pPr algn="ctr"/>
                <a:endParaRPr lang="ar-SA">
                  <a:ln>
                    <a:solidFill>
                      <a:sysClr val="windowText" lastClr="0080FF"/>
                    </a:solidFill>
                  </a:ln>
                </a:endParaRPr>
              </a:p>
            </p:txBody>
          </p:sp>
          <p:sp>
            <p:nvSpPr>
              <p:cNvPr id="49" name="مستطيل 48"/>
              <p:cNvSpPr/>
              <p:nvPr/>
            </p:nvSpPr>
            <p:spPr>
              <a:xfrm>
                <a:off x="2570598" y="3842017"/>
                <a:ext cx="239687" cy="959220"/>
              </a:xfrm>
              <a:prstGeom prst="rect">
                <a:avLst/>
              </a:prstGeom>
              <a:solidFill>
                <a:srgbClr val="00FFFF"/>
              </a:solidFill>
              <a:ln w="57150">
                <a:solidFill>
                  <a:schemeClr val="tx1"/>
                </a:solidFill>
              </a:ln>
            </p:spPr>
            <p:style>
              <a:lnRef idx="2">
                <a:schemeClr val="dk1">
                  <a:shade val="50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1" anchor="ctr"/>
              <a:lstStyle/>
              <a:p>
                <a:pPr algn="ctr"/>
                <a:endParaRPr lang="ar-SA">
                  <a:ln>
                    <a:solidFill>
                      <a:sysClr val="windowText" lastClr="0080FF"/>
                    </a:solidFill>
                  </a:ln>
                </a:endParaRPr>
              </a:p>
            </p:txBody>
          </p:sp>
          <p:sp>
            <p:nvSpPr>
              <p:cNvPr id="50" name="مستطيل 49"/>
              <p:cNvSpPr/>
              <p:nvPr/>
            </p:nvSpPr>
            <p:spPr>
              <a:xfrm>
                <a:off x="2577652" y="4591968"/>
                <a:ext cx="1115093" cy="220067"/>
              </a:xfrm>
              <a:prstGeom prst="rect">
                <a:avLst/>
              </a:prstGeom>
              <a:solidFill>
                <a:srgbClr val="00FFFF"/>
              </a:solidFill>
              <a:ln w="57150">
                <a:solidFill>
                  <a:schemeClr val="tx1"/>
                </a:solidFill>
              </a:ln>
            </p:spPr>
            <p:style>
              <a:lnRef idx="2">
                <a:schemeClr val="dk1">
                  <a:shade val="50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1" anchor="ctr"/>
              <a:lstStyle/>
              <a:p>
                <a:pPr algn="ctr"/>
                <a:endParaRPr lang="ar-SA">
                  <a:ln>
                    <a:solidFill>
                      <a:sysClr val="windowText" lastClr="0080FF"/>
                    </a:solidFill>
                  </a:ln>
                </a:endParaRPr>
              </a:p>
            </p:txBody>
          </p:sp>
        </p:grp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New Office">
      <a:dk1>
        <a:sysClr val="windowText" lastClr="0080FF"/>
      </a:dk1>
      <a:lt1>
        <a:sysClr val="window" lastClr="1B1B1B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Arial"/>
        <a:ea typeface="Arial"/>
        <a:cs typeface="Arial"/>
      </a:majorFont>
      <a:minorFont>
        <a:latin typeface="Arial"/>
        <a:ea typeface="Arial"/>
        <a:cs typeface="Arial"/>
      </a:minorFont>
    </a:fontScheme>
    <a:fmtScheme name="Office Theme">
      <a:fillStyleLst>
        <a:solidFill>
          <a:schemeClr val="phClr"/>
        </a:solidFill>
        <a:gradFill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New Office">
      <a:dk1>
        <a:sysClr val="windowText" lastClr="0080FF"/>
      </a:dk1>
      <a:lt1>
        <a:sysClr val="window" lastClr="1B1B1B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">
      <a:majorFont>
        <a:latin typeface="Arial"/>
        <a:ea typeface="Arial"/>
        <a:cs typeface="Arial"/>
      </a:majorFont>
      <a:minorFont>
        <a:latin typeface="Arial"/>
        <a:ea typeface="Arial"/>
        <a:cs typeface="Arial"/>
      </a:minorFont>
    </a:fontScheme>
    <a:fmtScheme name="Office Theme">
      <a:fillStyleLst>
        <a:solidFill>
          <a:schemeClr val="phClr"/>
        </a:solidFill>
        <a:gradFill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111</TotalTime>
  <Words>88</Words>
  <Application>ONLYOFFICE/9.4.0.129</Application>
  <PresentationFormat>مخصص</PresentationFormat>
  <Paragraphs>84</Paragraphs>
  <Slides>18</Slides>
  <Notes>5</Notes>
  <HiddenSlides>0</HiddenSlides>
  <MMClips>0</MMClips>
  <ScaleCrop>false</ScaleCrop>
  <HeadingPairs>
    <vt:vector size="4" baseType="variant">
      <vt:variant>
        <vt:lpstr>سمة</vt:lpstr>
      </vt:variant>
      <vt:variant>
        <vt:i4>1</vt:i4>
      </vt:variant>
      <vt:variant>
        <vt:lpstr>عناوين الشرائح</vt:lpstr>
      </vt:variant>
      <vt:variant>
        <vt:i4>18</vt:i4>
      </vt:variant>
    </vt:vector>
  </HeadingPairs>
  <TitlesOfParts>
    <vt:vector size="19" baseType="lpstr">
      <vt:lpstr>Office Theme</vt:lpstr>
      <vt:lpstr>My favs itch.io ’s tags</vt:lpstr>
      <vt:lpstr>الشريحة 2</vt:lpstr>
      <vt:lpstr>الشريحة 3</vt:lpstr>
      <vt:lpstr>الشريحة 4</vt:lpstr>
      <vt:lpstr>الشريحة 5</vt:lpstr>
      <vt:lpstr>الشريحة 6</vt:lpstr>
      <vt:lpstr>الشريحة 7</vt:lpstr>
      <vt:lpstr>الشريحة 8</vt:lpstr>
      <vt:lpstr>الشريحة 9</vt:lpstr>
      <vt:lpstr>الشريحة 10</vt:lpstr>
      <vt:lpstr>الشريحة 11</vt:lpstr>
      <vt:lpstr>الشريحة 12</vt:lpstr>
      <vt:lpstr>الشريحة 13</vt:lpstr>
      <vt:lpstr>الشريحة 14</vt:lpstr>
      <vt:lpstr>الشريحة 15</vt:lpstr>
      <vt:lpstr>الشريحة 16</vt:lpstr>
      <vt:lpstr>الشريحة 17</vt:lpstr>
      <vt:lpstr>الشريحة 18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My favs itch.io ’s tags</dc:title>
  <dc:creator>mohammedjh2000</dc:creator>
  <cp:lastModifiedBy>MohammedJH</cp:lastModifiedBy>
  <cp:revision>24</cp:revision>
  <dcterms:created xsi:type="dcterms:W3CDTF">2001-12-31T22:54:12Z</dcterms:created>
  <dcterms:modified xsi:type="dcterms:W3CDTF">2026-09-20T18:40:57Z</dcterms:modified>
</cp:coreProperties>
</file>